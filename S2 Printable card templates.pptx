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Lst>
  <p:sldSz cy="15120000" cx="21384000"/>
  <p:notesSz cx="6858000" cy="9144000"/>
  <p:embeddedFontLst>
    <p:embeddedFont>
      <p:font typeface="Lexend"/>
      <p:regular r:id="rId6"/>
      <p:bold r:id="rId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font" Target="fonts/Lexend-regular.fntdata"/><Relationship Id="rId7" Type="http://schemas.openxmlformats.org/officeDocument/2006/relationships/font" Target="fonts/Lexen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246686" y="1143000"/>
            <a:ext cx="4364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5c2cd88e0_0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 name="Google Shape;86;g3f5c2cd88e0_0_102:notes"/>
          <p:cNvSpPr/>
          <p:nvPr>
            <p:ph idx="2" type="sldImg"/>
          </p:nvPr>
        </p:nvSpPr>
        <p:spPr>
          <a:xfrm>
            <a:off x="1135693" y="685800"/>
            <a:ext cx="4587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913847" y="12663286"/>
            <a:ext cx="4264500" cy="727500"/>
          </a:xfrm>
          <a:prstGeom prst="rect">
            <a:avLst/>
          </a:prstGeom>
          <a:noFill/>
          <a:ln>
            <a:noFill/>
          </a:ln>
        </p:spPr>
        <p:txBody>
          <a:bodyPr anchorCtr="0" anchor="ctr" bIns="91250" lIns="182550" spcFirstLastPara="1" rIns="182550" wrap="square" tIns="9125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2"/>
          <p:cNvSpPr txBox="1"/>
          <p:nvPr>
            <p:ph idx="11" type="ftr"/>
          </p:nvPr>
        </p:nvSpPr>
        <p:spPr>
          <a:xfrm>
            <a:off x="6244618" y="12663286"/>
            <a:ext cx="5787600" cy="727500"/>
          </a:xfrm>
          <a:prstGeom prst="rect">
            <a:avLst/>
          </a:prstGeom>
          <a:noFill/>
          <a:ln>
            <a:noFill/>
          </a:ln>
        </p:spPr>
        <p:txBody>
          <a:bodyPr anchorCtr="0" anchor="ctr" bIns="91250" lIns="182550" spcFirstLastPara="1" rIns="182550" wrap="square" tIns="9125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2"/>
          <p:cNvSpPr txBox="1"/>
          <p:nvPr>
            <p:ph idx="12" type="sldNum"/>
          </p:nvPr>
        </p:nvSpPr>
        <p:spPr>
          <a:xfrm>
            <a:off x="13098468" y="12663286"/>
            <a:ext cx="4264500" cy="727500"/>
          </a:xfrm>
          <a:prstGeom prst="rect">
            <a:avLst/>
          </a:prstGeom>
          <a:noFill/>
          <a:ln>
            <a:noFill/>
          </a:ln>
        </p:spPr>
        <p:txBody>
          <a:bodyPr anchorCtr="0" anchor="ctr" bIns="91250" lIns="182550" spcFirstLastPara="1" rIns="182550" wrap="square" tIns="9125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1370770" y="4244288"/>
            <a:ext cx="15535500" cy="2928600"/>
          </a:xfrm>
          <a:prstGeom prst="rect">
            <a:avLst/>
          </a:prstGeom>
          <a:noFill/>
          <a:ln>
            <a:noFill/>
          </a:ln>
        </p:spPr>
        <p:txBody>
          <a:bodyPr anchorCtr="0" anchor="ctr" bIns="91250" lIns="182550" spcFirstLastPara="1" rIns="182550" wrap="square" tIns="91250">
            <a:normAutofit/>
          </a:bodyPr>
          <a:lstStyle>
            <a:lvl1pPr lvl="0" algn="ctr">
              <a:lnSpc>
                <a:spcPct val="100000"/>
              </a:lnSpc>
              <a:spcBef>
                <a:spcPts val="0"/>
              </a:spcBef>
              <a:spcAft>
                <a:spcPts val="0"/>
              </a:spcAft>
              <a:buClr>
                <a:schemeClr val="dk1"/>
              </a:buClr>
              <a:buSzPts val="3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3"/>
          <p:cNvSpPr txBox="1"/>
          <p:nvPr>
            <p:ph idx="1" type="subTitle"/>
          </p:nvPr>
        </p:nvSpPr>
        <p:spPr>
          <a:xfrm>
            <a:off x="2741540" y="7742189"/>
            <a:ext cx="12793800" cy="3491700"/>
          </a:xfrm>
          <a:prstGeom prst="rect">
            <a:avLst/>
          </a:prstGeom>
          <a:noFill/>
          <a:ln>
            <a:noFill/>
          </a:ln>
        </p:spPr>
        <p:txBody>
          <a:bodyPr anchorCtr="0" anchor="t" bIns="91250" lIns="182550" spcFirstLastPara="1" rIns="182550" wrap="square" tIns="91250">
            <a:normAutofit/>
          </a:bodyPr>
          <a:lstStyle>
            <a:lvl1pPr lvl="0" algn="ctr">
              <a:lnSpc>
                <a:spcPct val="100000"/>
              </a:lnSpc>
              <a:spcBef>
                <a:spcPts val="1300"/>
              </a:spcBef>
              <a:spcAft>
                <a:spcPts val="0"/>
              </a:spcAft>
              <a:buClr>
                <a:srgbClr val="888888"/>
              </a:buClr>
              <a:buSzPts val="6400"/>
              <a:buNone/>
              <a:defRPr>
                <a:solidFill>
                  <a:srgbClr val="888888"/>
                </a:solidFill>
              </a:defRPr>
            </a:lvl1pPr>
            <a:lvl2pPr lvl="1" algn="ctr">
              <a:lnSpc>
                <a:spcPct val="100000"/>
              </a:lnSpc>
              <a:spcBef>
                <a:spcPts val="1100"/>
              </a:spcBef>
              <a:spcAft>
                <a:spcPts val="0"/>
              </a:spcAft>
              <a:buClr>
                <a:srgbClr val="888888"/>
              </a:buClr>
              <a:buSzPts val="5600"/>
              <a:buNone/>
              <a:defRPr>
                <a:solidFill>
                  <a:srgbClr val="888888"/>
                </a:solidFill>
              </a:defRPr>
            </a:lvl2pPr>
            <a:lvl3pPr lvl="2" algn="ctr">
              <a:lnSpc>
                <a:spcPct val="100000"/>
              </a:lnSpc>
              <a:spcBef>
                <a:spcPts val="1000"/>
              </a:spcBef>
              <a:spcAft>
                <a:spcPts val="0"/>
              </a:spcAft>
              <a:buClr>
                <a:srgbClr val="888888"/>
              </a:buClr>
              <a:buSzPts val="4800"/>
              <a:buNone/>
              <a:defRPr>
                <a:solidFill>
                  <a:srgbClr val="888888"/>
                </a:solidFill>
              </a:defRPr>
            </a:lvl3pPr>
            <a:lvl4pPr lvl="3" algn="ctr">
              <a:lnSpc>
                <a:spcPct val="100000"/>
              </a:lnSpc>
              <a:spcBef>
                <a:spcPts val="800"/>
              </a:spcBef>
              <a:spcAft>
                <a:spcPts val="0"/>
              </a:spcAft>
              <a:buClr>
                <a:srgbClr val="888888"/>
              </a:buClr>
              <a:buSzPts val="4000"/>
              <a:buNone/>
              <a:defRPr>
                <a:solidFill>
                  <a:srgbClr val="888888"/>
                </a:solidFill>
              </a:defRPr>
            </a:lvl4pPr>
            <a:lvl5pPr lvl="4" algn="ctr">
              <a:lnSpc>
                <a:spcPct val="100000"/>
              </a:lnSpc>
              <a:spcBef>
                <a:spcPts val="800"/>
              </a:spcBef>
              <a:spcAft>
                <a:spcPts val="0"/>
              </a:spcAft>
              <a:buClr>
                <a:srgbClr val="888888"/>
              </a:buClr>
              <a:buSzPts val="4000"/>
              <a:buNone/>
              <a:defRPr>
                <a:solidFill>
                  <a:srgbClr val="888888"/>
                </a:solidFill>
              </a:defRPr>
            </a:lvl5pPr>
            <a:lvl6pPr lvl="5" algn="ctr">
              <a:lnSpc>
                <a:spcPct val="100000"/>
              </a:lnSpc>
              <a:spcBef>
                <a:spcPts val="800"/>
              </a:spcBef>
              <a:spcAft>
                <a:spcPts val="0"/>
              </a:spcAft>
              <a:buClr>
                <a:srgbClr val="888888"/>
              </a:buClr>
              <a:buSzPts val="4000"/>
              <a:buNone/>
              <a:defRPr>
                <a:solidFill>
                  <a:srgbClr val="888888"/>
                </a:solidFill>
              </a:defRPr>
            </a:lvl6pPr>
            <a:lvl7pPr lvl="6" algn="ctr">
              <a:lnSpc>
                <a:spcPct val="100000"/>
              </a:lnSpc>
              <a:spcBef>
                <a:spcPts val="800"/>
              </a:spcBef>
              <a:spcAft>
                <a:spcPts val="0"/>
              </a:spcAft>
              <a:buClr>
                <a:srgbClr val="888888"/>
              </a:buClr>
              <a:buSzPts val="4000"/>
              <a:buNone/>
              <a:defRPr>
                <a:solidFill>
                  <a:srgbClr val="888888"/>
                </a:solidFill>
              </a:defRPr>
            </a:lvl7pPr>
            <a:lvl8pPr lvl="7" algn="ctr">
              <a:lnSpc>
                <a:spcPct val="100000"/>
              </a:lnSpc>
              <a:spcBef>
                <a:spcPts val="800"/>
              </a:spcBef>
              <a:spcAft>
                <a:spcPts val="0"/>
              </a:spcAft>
              <a:buClr>
                <a:srgbClr val="888888"/>
              </a:buClr>
              <a:buSzPts val="4000"/>
              <a:buNone/>
              <a:defRPr>
                <a:solidFill>
                  <a:srgbClr val="888888"/>
                </a:solidFill>
              </a:defRPr>
            </a:lvl8pPr>
            <a:lvl9pPr lvl="8" algn="ctr">
              <a:lnSpc>
                <a:spcPct val="100000"/>
              </a:lnSpc>
              <a:spcBef>
                <a:spcPts val="800"/>
              </a:spcBef>
              <a:spcAft>
                <a:spcPts val="0"/>
              </a:spcAft>
              <a:buClr>
                <a:srgbClr val="888888"/>
              </a:buClr>
              <a:buSzPts val="4000"/>
              <a:buNone/>
              <a:defRPr>
                <a:solidFill>
                  <a:srgbClr val="888888"/>
                </a:solidFill>
              </a:defRPr>
            </a:lvl9pPr>
          </a:lstStyle>
          <a:p/>
        </p:txBody>
      </p:sp>
      <p:sp>
        <p:nvSpPr>
          <p:cNvPr id="22" name="Google Shape;22;p3"/>
          <p:cNvSpPr txBox="1"/>
          <p:nvPr>
            <p:ph idx="10" type="dt"/>
          </p:nvPr>
        </p:nvSpPr>
        <p:spPr>
          <a:xfrm>
            <a:off x="913847" y="12663286"/>
            <a:ext cx="4264500" cy="727500"/>
          </a:xfrm>
          <a:prstGeom prst="rect">
            <a:avLst/>
          </a:prstGeom>
          <a:noFill/>
          <a:ln>
            <a:noFill/>
          </a:ln>
        </p:spPr>
        <p:txBody>
          <a:bodyPr anchorCtr="0" anchor="ctr" bIns="91250" lIns="182550" spcFirstLastPara="1" rIns="182550" wrap="square" tIns="9125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3"/>
          <p:cNvSpPr txBox="1"/>
          <p:nvPr>
            <p:ph idx="11" type="ftr"/>
          </p:nvPr>
        </p:nvSpPr>
        <p:spPr>
          <a:xfrm>
            <a:off x="6244618" y="12663286"/>
            <a:ext cx="5787600" cy="727500"/>
          </a:xfrm>
          <a:prstGeom prst="rect">
            <a:avLst/>
          </a:prstGeom>
          <a:noFill/>
          <a:ln>
            <a:noFill/>
          </a:ln>
        </p:spPr>
        <p:txBody>
          <a:bodyPr anchorCtr="0" anchor="ctr" bIns="91250" lIns="182550" spcFirstLastPara="1" rIns="182550" wrap="square" tIns="9125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3"/>
          <p:cNvSpPr txBox="1"/>
          <p:nvPr>
            <p:ph idx="12" type="sldNum"/>
          </p:nvPr>
        </p:nvSpPr>
        <p:spPr>
          <a:xfrm>
            <a:off x="13098468" y="12663286"/>
            <a:ext cx="4264500" cy="727500"/>
          </a:xfrm>
          <a:prstGeom prst="rect">
            <a:avLst/>
          </a:prstGeom>
          <a:noFill/>
          <a:ln>
            <a:noFill/>
          </a:ln>
        </p:spPr>
        <p:txBody>
          <a:bodyPr anchorCtr="0" anchor="ctr" bIns="91250" lIns="182550" spcFirstLastPara="1" rIns="182550" wrap="square" tIns="9125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913847" y="547141"/>
            <a:ext cx="16449300" cy="2277000"/>
          </a:xfrm>
          <a:prstGeom prst="rect">
            <a:avLst/>
          </a:prstGeom>
          <a:noFill/>
          <a:ln>
            <a:noFill/>
          </a:ln>
        </p:spPr>
        <p:txBody>
          <a:bodyPr anchorCtr="0" anchor="ctr" bIns="91250" lIns="182550" spcFirstLastPara="1" rIns="182550" wrap="square" tIns="91250">
            <a:normAutofit/>
          </a:bodyPr>
          <a:lstStyle>
            <a:lvl1pPr lvl="0" algn="ctr">
              <a:lnSpc>
                <a:spcPct val="100000"/>
              </a:lnSpc>
              <a:spcBef>
                <a:spcPts val="0"/>
              </a:spcBef>
              <a:spcAft>
                <a:spcPts val="0"/>
              </a:spcAft>
              <a:buClr>
                <a:schemeClr val="dk1"/>
              </a:buClr>
              <a:buSzPts val="3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4"/>
          <p:cNvSpPr txBox="1"/>
          <p:nvPr>
            <p:ph idx="1" type="body"/>
          </p:nvPr>
        </p:nvSpPr>
        <p:spPr>
          <a:xfrm>
            <a:off x="913847" y="3187960"/>
            <a:ext cx="16449300" cy="9017100"/>
          </a:xfrm>
          <a:prstGeom prst="rect">
            <a:avLst/>
          </a:prstGeom>
          <a:noFill/>
          <a:ln>
            <a:noFill/>
          </a:ln>
        </p:spPr>
        <p:txBody>
          <a:bodyPr anchorCtr="0" anchor="t" bIns="91250" lIns="182550" spcFirstLastPara="1" rIns="182550" wrap="square" tIns="91250">
            <a:normAutofit/>
          </a:bodyPr>
          <a:lstStyle>
            <a:lvl1pPr indent="-457200" lvl="0" marL="457200" algn="l">
              <a:lnSpc>
                <a:spcPct val="100000"/>
              </a:lnSpc>
              <a:spcBef>
                <a:spcPts val="700"/>
              </a:spcBef>
              <a:spcAft>
                <a:spcPts val="0"/>
              </a:spcAft>
              <a:buClr>
                <a:schemeClr val="dk1"/>
              </a:buClr>
              <a:buSzPts val="3600"/>
              <a:buChar char="•"/>
              <a:defRPr/>
            </a:lvl1pPr>
            <a:lvl2pPr indent="-457200" lvl="1" marL="914400" algn="l">
              <a:lnSpc>
                <a:spcPct val="100000"/>
              </a:lnSpc>
              <a:spcBef>
                <a:spcPts val="700"/>
              </a:spcBef>
              <a:spcAft>
                <a:spcPts val="0"/>
              </a:spcAft>
              <a:buClr>
                <a:schemeClr val="dk1"/>
              </a:buClr>
              <a:buSzPts val="3600"/>
              <a:buChar char="–"/>
              <a:defRPr/>
            </a:lvl2pPr>
            <a:lvl3pPr indent="-457200" lvl="2" marL="1371600" algn="l">
              <a:lnSpc>
                <a:spcPct val="100000"/>
              </a:lnSpc>
              <a:spcBef>
                <a:spcPts val="700"/>
              </a:spcBef>
              <a:spcAft>
                <a:spcPts val="0"/>
              </a:spcAft>
              <a:buClr>
                <a:schemeClr val="dk1"/>
              </a:buClr>
              <a:buSzPts val="3600"/>
              <a:buChar char="•"/>
              <a:defRPr/>
            </a:lvl3pPr>
            <a:lvl4pPr indent="-457200" lvl="3" marL="1828800" algn="l">
              <a:lnSpc>
                <a:spcPct val="100000"/>
              </a:lnSpc>
              <a:spcBef>
                <a:spcPts val="700"/>
              </a:spcBef>
              <a:spcAft>
                <a:spcPts val="0"/>
              </a:spcAft>
              <a:buClr>
                <a:schemeClr val="dk1"/>
              </a:buClr>
              <a:buSzPts val="3600"/>
              <a:buChar char="–"/>
              <a:defRPr/>
            </a:lvl4pPr>
            <a:lvl5pPr indent="-457200" lvl="4" marL="2286000" algn="l">
              <a:lnSpc>
                <a:spcPct val="100000"/>
              </a:lnSpc>
              <a:spcBef>
                <a:spcPts val="700"/>
              </a:spcBef>
              <a:spcAft>
                <a:spcPts val="0"/>
              </a:spcAft>
              <a:buClr>
                <a:schemeClr val="dk1"/>
              </a:buClr>
              <a:buSzPts val="3600"/>
              <a:buChar char="»"/>
              <a:defRPr/>
            </a:lvl5pPr>
            <a:lvl6pPr indent="-457200" lvl="5" marL="2743200" algn="l">
              <a:lnSpc>
                <a:spcPct val="100000"/>
              </a:lnSpc>
              <a:spcBef>
                <a:spcPts val="700"/>
              </a:spcBef>
              <a:spcAft>
                <a:spcPts val="0"/>
              </a:spcAft>
              <a:buClr>
                <a:schemeClr val="dk1"/>
              </a:buClr>
              <a:buSzPts val="3600"/>
              <a:buChar char="•"/>
              <a:defRPr/>
            </a:lvl6pPr>
            <a:lvl7pPr indent="-457200" lvl="6" marL="3200400" algn="l">
              <a:lnSpc>
                <a:spcPct val="100000"/>
              </a:lnSpc>
              <a:spcBef>
                <a:spcPts val="700"/>
              </a:spcBef>
              <a:spcAft>
                <a:spcPts val="0"/>
              </a:spcAft>
              <a:buClr>
                <a:schemeClr val="dk1"/>
              </a:buClr>
              <a:buSzPts val="3600"/>
              <a:buChar char="•"/>
              <a:defRPr/>
            </a:lvl7pPr>
            <a:lvl8pPr indent="-457200" lvl="7" marL="3657600" algn="l">
              <a:lnSpc>
                <a:spcPct val="100000"/>
              </a:lnSpc>
              <a:spcBef>
                <a:spcPts val="700"/>
              </a:spcBef>
              <a:spcAft>
                <a:spcPts val="0"/>
              </a:spcAft>
              <a:buClr>
                <a:schemeClr val="dk1"/>
              </a:buClr>
              <a:buSzPts val="3600"/>
              <a:buChar char="•"/>
              <a:defRPr/>
            </a:lvl8pPr>
            <a:lvl9pPr indent="-457200" lvl="8" marL="4114800" algn="l">
              <a:lnSpc>
                <a:spcPct val="100000"/>
              </a:lnSpc>
              <a:spcBef>
                <a:spcPts val="700"/>
              </a:spcBef>
              <a:spcAft>
                <a:spcPts val="0"/>
              </a:spcAft>
              <a:buClr>
                <a:schemeClr val="dk1"/>
              </a:buClr>
              <a:buSzPts val="3600"/>
              <a:buChar char="•"/>
              <a:defRPr/>
            </a:lvl9pPr>
          </a:lstStyle>
          <a:p/>
        </p:txBody>
      </p:sp>
      <p:sp>
        <p:nvSpPr>
          <p:cNvPr id="28" name="Google Shape;28;p4"/>
          <p:cNvSpPr txBox="1"/>
          <p:nvPr>
            <p:ph idx="10" type="dt"/>
          </p:nvPr>
        </p:nvSpPr>
        <p:spPr>
          <a:xfrm>
            <a:off x="913847" y="12663286"/>
            <a:ext cx="4264500" cy="727500"/>
          </a:xfrm>
          <a:prstGeom prst="rect">
            <a:avLst/>
          </a:prstGeom>
          <a:noFill/>
          <a:ln>
            <a:noFill/>
          </a:ln>
        </p:spPr>
        <p:txBody>
          <a:bodyPr anchorCtr="0" anchor="ctr" bIns="91250" lIns="182550" spcFirstLastPara="1" rIns="182550" wrap="square" tIns="9125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4"/>
          <p:cNvSpPr txBox="1"/>
          <p:nvPr>
            <p:ph idx="11" type="ftr"/>
          </p:nvPr>
        </p:nvSpPr>
        <p:spPr>
          <a:xfrm>
            <a:off x="6244618" y="12663286"/>
            <a:ext cx="5787600" cy="727500"/>
          </a:xfrm>
          <a:prstGeom prst="rect">
            <a:avLst/>
          </a:prstGeom>
          <a:noFill/>
          <a:ln>
            <a:noFill/>
          </a:ln>
        </p:spPr>
        <p:txBody>
          <a:bodyPr anchorCtr="0" anchor="ctr" bIns="91250" lIns="182550" spcFirstLastPara="1" rIns="182550" wrap="square" tIns="9125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4"/>
          <p:cNvSpPr txBox="1"/>
          <p:nvPr>
            <p:ph idx="12" type="sldNum"/>
          </p:nvPr>
        </p:nvSpPr>
        <p:spPr>
          <a:xfrm>
            <a:off x="13098468" y="12663286"/>
            <a:ext cx="4264500" cy="727500"/>
          </a:xfrm>
          <a:prstGeom prst="rect">
            <a:avLst/>
          </a:prstGeom>
          <a:noFill/>
          <a:ln>
            <a:noFill/>
          </a:ln>
        </p:spPr>
        <p:txBody>
          <a:bodyPr anchorCtr="0" anchor="ctr" bIns="91250" lIns="182550" spcFirstLastPara="1" rIns="182550" wrap="square" tIns="9125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1443752" y="8779541"/>
            <a:ext cx="15535500" cy="2713500"/>
          </a:xfrm>
          <a:prstGeom prst="rect">
            <a:avLst/>
          </a:prstGeom>
          <a:noFill/>
          <a:ln>
            <a:noFill/>
          </a:ln>
        </p:spPr>
        <p:txBody>
          <a:bodyPr anchorCtr="0" anchor="t" bIns="91250" lIns="182550" spcFirstLastPara="1" rIns="182550" wrap="square" tIns="91250">
            <a:normAutofit/>
          </a:bodyPr>
          <a:lstStyle>
            <a:lvl1pPr lvl="0" algn="l">
              <a:lnSpc>
                <a:spcPct val="100000"/>
              </a:lnSpc>
              <a:spcBef>
                <a:spcPts val="0"/>
              </a:spcBef>
              <a:spcAft>
                <a:spcPts val="0"/>
              </a:spcAft>
              <a:buClr>
                <a:schemeClr val="dk1"/>
              </a:buClr>
              <a:buSzPts val="8000"/>
              <a:buFont typeface="Calibri"/>
              <a:buNone/>
              <a:defRPr b="1" sz="8000" cap="none"/>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5"/>
          <p:cNvSpPr txBox="1"/>
          <p:nvPr>
            <p:ph idx="1" type="body"/>
          </p:nvPr>
        </p:nvSpPr>
        <p:spPr>
          <a:xfrm>
            <a:off x="1443752" y="5790830"/>
            <a:ext cx="15535500" cy="2988900"/>
          </a:xfrm>
          <a:prstGeom prst="rect">
            <a:avLst/>
          </a:prstGeom>
          <a:noFill/>
          <a:ln>
            <a:noFill/>
          </a:ln>
        </p:spPr>
        <p:txBody>
          <a:bodyPr anchorCtr="0" anchor="b" bIns="91250" lIns="182550" spcFirstLastPara="1" rIns="182550" wrap="square" tIns="91250">
            <a:normAutofit/>
          </a:bodyPr>
          <a:lstStyle>
            <a:lvl1pPr indent="-228600" lvl="0" marL="457200" algn="l">
              <a:lnSpc>
                <a:spcPct val="100000"/>
              </a:lnSpc>
              <a:spcBef>
                <a:spcPts val="800"/>
              </a:spcBef>
              <a:spcAft>
                <a:spcPts val="0"/>
              </a:spcAft>
              <a:buClr>
                <a:srgbClr val="888888"/>
              </a:buClr>
              <a:buSzPts val="4000"/>
              <a:buNone/>
              <a:defRPr sz="4000">
                <a:solidFill>
                  <a:srgbClr val="888888"/>
                </a:solidFill>
              </a:defRPr>
            </a:lvl1pPr>
            <a:lvl2pPr indent="-228600" lvl="1" marL="914400" algn="l">
              <a:lnSpc>
                <a:spcPct val="100000"/>
              </a:lnSpc>
              <a:spcBef>
                <a:spcPts val="700"/>
              </a:spcBef>
              <a:spcAft>
                <a:spcPts val="0"/>
              </a:spcAft>
              <a:buClr>
                <a:srgbClr val="888888"/>
              </a:buClr>
              <a:buSzPts val="3600"/>
              <a:buNone/>
              <a:defRPr sz="3600">
                <a:solidFill>
                  <a:srgbClr val="888888"/>
                </a:solidFill>
              </a:defRPr>
            </a:lvl2pPr>
            <a:lvl3pPr indent="-228600" lvl="2" marL="1371600" algn="l">
              <a:lnSpc>
                <a:spcPct val="100000"/>
              </a:lnSpc>
              <a:spcBef>
                <a:spcPts val="600"/>
              </a:spcBef>
              <a:spcAft>
                <a:spcPts val="0"/>
              </a:spcAft>
              <a:buClr>
                <a:srgbClr val="888888"/>
              </a:buClr>
              <a:buSzPts val="3200"/>
              <a:buNone/>
              <a:defRPr sz="3200">
                <a:solidFill>
                  <a:srgbClr val="888888"/>
                </a:solidFill>
              </a:defRPr>
            </a:lvl3pPr>
            <a:lvl4pPr indent="-228600" lvl="3" marL="1828800" algn="l">
              <a:lnSpc>
                <a:spcPct val="100000"/>
              </a:lnSpc>
              <a:spcBef>
                <a:spcPts val="600"/>
              </a:spcBef>
              <a:spcAft>
                <a:spcPts val="0"/>
              </a:spcAft>
              <a:buClr>
                <a:srgbClr val="888888"/>
              </a:buClr>
              <a:buSzPts val="2800"/>
              <a:buNone/>
              <a:defRPr sz="2800">
                <a:solidFill>
                  <a:srgbClr val="888888"/>
                </a:solidFill>
              </a:defRPr>
            </a:lvl4pPr>
            <a:lvl5pPr indent="-228600" lvl="4" marL="2286000" algn="l">
              <a:lnSpc>
                <a:spcPct val="100000"/>
              </a:lnSpc>
              <a:spcBef>
                <a:spcPts val="600"/>
              </a:spcBef>
              <a:spcAft>
                <a:spcPts val="0"/>
              </a:spcAft>
              <a:buClr>
                <a:srgbClr val="888888"/>
              </a:buClr>
              <a:buSzPts val="2800"/>
              <a:buNone/>
              <a:defRPr sz="2800">
                <a:solidFill>
                  <a:srgbClr val="888888"/>
                </a:solidFill>
              </a:defRPr>
            </a:lvl5pPr>
            <a:lvl6pPr indent="-228600" lvl="5" marL="2743200" algn="l">
              <a:lnSpc>
                <a:spcPct val="100000"/>
              </a:lnSpc>
              <a:spcBef>
                <a:spcPts val="600"/>
              </a:spcBef>
              <a:spcAft>
                <a:spcPts val="0"/>
              </a:spcAft>
              <a:buClr>
                <a:srgbClr val="888888"/>
              </a:buClr>
              <a:buSzPts val="2800"/>
              <a:buNone/>
              <a:defRPr sz="2800">
                <a:solidFill>
                  <a:srgbClr val="888888"/>
                </a:solidFill>
              </a:defRPr>
            </a:lvl6pPr>
            <a:lvl7pPr indent="-228600" lvl="6" marL="3200400" algn="l">
              <a:lnSpc>
                <a:spcPct val="100000"/>
              </a:lnSpc>
              <a:spcBef>
                <a:spcPts val="600"/>
              </a:spcBef>
              <a:spcAft>
                <a:spcPts val="0"/>
              </a:spcAft>
              <a:buClr>
                <a:srgbClr val="888888"/>
              </a:buClr>
              <a:buSzPts val="2800"/>
              <a:buNone/>
              <a:defRPr sz="2800">
                <a:solidFill>
                  <a:srgbClr val="888888"/>
                </a:solidFill>
              </a:defRPr>
            </a:lvl7pPr>
            <a:lvl8pPr indent="-228600" lvl="7" marL="3657600" algn="l">
              <a:lnSpc>
                <a:spcPct val="100000"/>
              </a:lnSpc>
              <a:spcBef>
                <a:spcPts val="600"/>
              </a:spcBef>
              <a:spcAft>
                <a:spcPts val="0"/>
              </a:spcAft>
              <a:buClr>
                <a:srgbClr val="888888"/>
              </a:buClr>
              <a:buSzPts val="2800"/>
              <a:buNone/>
              <a:defRPr sz="2800">
                <a:solidFill>
                  <a:srgbClr val="888888"/>
                </a:solidFill>
              </a:defRPr>
            </a:lvl8pPr>
            <a:lvl9pPr indent="-228600" lvl="8" marL="4114800" algn="l">
              <a:lnSpc>
                <a:spcPct val="100000"/>
              </a:lnSpc>
              <a:spcBef>
                <a:spcPts val="600"/>
              </a:spcBef>
              <a:spcAft>
                <a:spcPts val="0"/>
              </a:spcAft>
              <a:buClr>
                <a:srgbClr val="888888"/>
              </a:buClr>
              <a:buSzPts val="2800"/>
              <a:buNone/>
              <a:defRPr sz="2800">
                <a:solidFill>
                  <a:srgbClr val="888888"/>
                </a:solidFill>
              </a:defRPr>
            </a:lvl9pPr>
          </a:lstStyle>
          <a:p/>
        </p:txBody>
      </p:sp>
      <p:sp>
        <p:nvSpPr>
          <p:cNvPr id="34" name="Google Shape;34;p5"/>
          <p:cNvSpPr txBox="1"/>
          <p:nvPr>
            <p:ph idx="10" type="dt"/>
          </p:nvPr>
        </p:nvSpPr>
        <p:spPr>
          <a:xfrm>
            <a:off x="913847" y="12663286"/>
            <a:ext cx="4264500" cy="727500"/>
          </a:xfrm>
          <a:prstGeom prst="rect">
            <a:avLst/>
          </a:prstGeom>
          <a:noFill/>
          <a:ln>
            <a:noFill/>
          </a:ln>
        </p:spPr>
        <p:txBody>
          <a:bodyPr anchorCtr="0" anchor="ctr" bIns="91250" lIns="182550" spcFirstLastPara="1" rIns="182550" wrap="square" tIns="9125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5"/>
          <p:cNvSpPr txBox="1"/>
          <p:nvPr>
            <p:ph idx="11" type="ftr"/>
          </p:nvPr>
        </p:nvSpPr>
        <p:spPr>
          <a:xfrm>
            <a:off x="6244618" y="12663286"/>
            <a:ext cx="5787600" cy="727500"/>
          </a:xfrm>
          <a:prstGeom prst="rect">
            <a:avLst/>
          </a:prstGeom>
          <a:noFill/>
          <a:ln>
            <a:noFill/>
          </a:ln>
        </p:spPr>
        <p:txBody>
          <a:bodyPr anchorCtr="0" anchor="ctr" bIns="91250" lIns="182550" spcFirstLastPara="1" rIns="182550" wrap="square" tIns="9125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6" name="Google Shape;36;p5"/>
          <p:cNvSpPr txBox="1"/>
          <p:nvPr>
            <p:ph idx="12" type="sldNum"/>
          </p:nvPr>
        </p:nvSpPr>
        <p:spPr>
          <a:xfrm>
            <a:off x="13098468" y="12663286"/>
            <a:ext cx="4264500" cy="727500"/>
          </a:xfrm>
          <a:prstGeom prst="rect">
            <a:avLst/>
          </a:prstGeom>
          <a:noFill/>
          <a:ln>
            <a:noFill/>
          </a:ln>
        </p:spPr>
        <p:txBody>
          <a:bodyPr anchorCtr="0" anchor="ctr" bIns="91250" lIns="182550" spcFirstLastPara="1" rIns="182550" wrap="square" tIns="9125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913847" y="547141"/>
            <a:ext cx="16449300" cy="2277000"/>
          </a:xfrm>
          <a:prstGeom prst="rect">
            <a:avLst/>
          </a:prstGeom>
          <a:noFill/>
          <a:ln>
            <a:noFill/>
          </a:ln>
        </p:spPr>
        <p:txBody>
          <a:bodyPr anchorCtr="0" anchor="ctr" bIns="91250" lIns="182550" spcFirstLastPara="1" rIns="182550" wrap="square" tIns="91250">
            <a:normAutofit/>
          </a:bodyPr>
          <a:lstStyle>
            <a:lvl1pPr lvl="0" algn="ctr">
              <a:lnSpc>
                <a:spcPct val="100000"/>
              </a:lnSpc>
              <a:spcBef>
                <a:spcPts val="0"/>
              </a:spcBef>
              <a:spcAft>
                <a:spcPts val="0"/>
              </a:spcAft>
              <a:buClr>
                <a:schemeClr val="dk1"/>
              </a:buClr>
              <a:buSzPts val="3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9" name="Google Shape;39;p6"/>
          <p:cNvSpPr txBox="1"/>
          <p:nvPr>
            <p:ph idx="1" type="body"/>
          </p:nvPr>
        </p:nvSpPr>
        <p:spPr>
          <a:xfrm>
            <a:off x="913847" y="3187960"/>
            <a:ext cx="8072400" cy="9017100"/>
          </a:xfrm>
          <a:prstGeom prst="rect">
            <a:avLst/>
          </a:prstGeom>
          <a:noFill/>
          <a:ln>
            <a:noFill/>
          </a:ln>
        </p:spPr>
        <p:txBody>
          <a:bodyPr anchorCtr="0" anchor="t" bIns="91250" lIns="182550" spcFirstLastPara="1" rIns="182550" wrap="square" tIns="91250">
            <a:normAutofit/>
          </a:bodyPr>
          <a:lstStyle>
            <a:lvl1pPr indent="-584200" lvl="0" marL="457200" algn="l">
              <a:lnSpc>
                <a:spcPct val="100000"/>
              </a:lnSpc>
              <a:spcBef>
                <a:spcPts val="1100"/>
              </a:spcBef>
              <a:spcAft>
                <a:spcPts val="0"/>
              </a:spcAft>
              <a:buClr>
                <a:schemeClr val="dk1"/>
              </a:buClr>
              <a:buSzPts val="5600"/>
              <a:buChar char="•"/>
              <a:defRPr sz="5600"/>
            </a:lvl1pPr>
            <a:lvl2pPr indent="-533400" lvl="1" marL="914400" algn="l">
              <a:lnSpc>
                <a:spcPct val="100000"/>
              </a:lnSpc>
              <a:spcBef>
                <a:spcPts val="1000"/>
              </a:spcBef>
              <a:spcAft>
                <a:spcPts val="0"/>
              </a:spcAft>
              <a:buClr>
                <a:schemeClr val="dk1"/>
              </a:buClr>
              <a:buSzPts val="4800"/>
              <a:buChar char="–"/>
              <a:defRPr sz="4800"/>
            </a:lvl2pPr>
            <a:lvl3pPr indent="-482600" lvl="2" marL="1371600" algn="l">
              <a:lnSpc>
                <a:spcPct val="100000"/>
              </a:lnSpc>
              <a:spcBef>
                <a:spcPts val="800"/>
              </a:spcBef>
              <a:spcAft>
                <a:spcPts val="0"/>
              </a:spcAft>
              <a:buClr>
                <a:schemeClr val="dk1"/>
              </a:buClr>
              <a:buSzPts val="4000"/>
              <a:buChar char="•"/>
              <a:defRPr sz="4000"/>
            </a:lvl3pPr>
            <a:lvl4pPr indent="-457200" lvl="3" marL="1828800" algn="l">
              <a:lnSpc>
                <a:spcPct val="100000"/>
              </a:lnSpc>
              <a:spcBef>
                <a:spcPts val="700"/>
              </a:spcBef>
              <a:spcAft>
                <a:spcPts val="0"/>
              </a:spcAft>
              <a:buClr>
                <a:schemeClr val="dk1"/>
              </a:buClr>
              <a:buSzPts val="3600"/>
              <a:buChar char="–"/>
              <a:defRPr sz="3600"/>
            </a:lvl4pPr>
            <a:lvl5pPr indent="-457200" lvl="4" marL="2286000" algn="l">
              <a:lnSpc>
                <a:spcPct val="100000"/>
              </a:lnSpc>
              <a:spcBef>
                <a:spcPts val="700"/>
              </a:spcBef>
              <a:spcAft>
                <a:spcPts val="0"/>
              </a:spcAft>
              <a:buClr>
                <a:schemeClr val="dk1"/>
              </a:buClr>
              <a:buSzPts val="3600"/>
              <a:buChar char="»"/>
              <a:defRPr sz="3600"/>
            </a:lvl5pPr>
            <a:lvl6pPr indent="-457200" lvl="5" marL="2743200" algn="l">
              <a:lnSpc>
                <a:spcPct val="100000"/>
              </a:lnSpc>
              <a:spcBef>
                <a:spcPts val="700"/>
              </a:spcBef>
              <a:spcAft>
                <a:spcPts val="0"/>
              </a:spcAft>
              <a:buClr>
                <a:schemeClr val="dk1"/>
              </a:buClr>
              <a:buSzPts val="3600"/>
              <a:buChar char="•"/>
              <a:defRPr sz="3600"/>
            </a:lvl6pPr>
            <a:lvl7pPr indent="-457200" lvl="6" marL="3200400" algn="l">
              <a:lnSpc>
                <a:spcPct val="100000"/>
              </a:lnSpc>
              <a:spcBef>
                <a:spcPts val="700"/>
              </a:spcBef>
              <a:spcAft>
                <a:spcPts val="0"/>
              </a:spcAft>
              <a:buClr>
                <a:schemeClr val="dk1"/>
              </a:buClr>
              <a:buSzPts val="3600"/>
              <a:buChar char="•"/>
              <a:defRPr sz="3600"/>
            </a:lvl7pPr>
            <a:lvl8pPr indent="-457200" lvl="7" marL="3657600" algn="l">
              <a:lnSpc>
                <a:spcPct val="100000"/>
              </a:lnSpc>
              <a:spcBef>
                <a:spcPts val="700"/>
              </a:spcBef>
              <a:spcAft>
                <a:spcPts val="0"/>
              </a:spcAft>
              <a:buClr>
                <a:schemeClr val="dk1"/>
              </a:buClr>
              <a:buSzPts val="3600"/>
              <a:buChar char="•"/>
              <a:defRPr sz="3600"/>
            </a:lvl8pPr>
            <a:lvl9pPr indent="-457200" lvl="8" marL="4114800" algn="l">
              <a:lnSpc>
                <a:spcPct val="100000"/>
              </a:lnSpc>
              <a:spcBef>
                <a:spcPts val="700"/>
              </a:spcBef>
              <a:spcAft>
                <a:spcPts val="0"/>
              </a:spcAft>
              <a:buClr>
                <a:schemeClr val="dk1"/>
              </a:buClr>
              <a:buSzPts val="3600"/>
              <a:buChar char="•"/>
              <a:defRPr sz="3600"/>
            </a:lvl9pPr>
          </a:lstStyle>
          <a:p/>
        </p:txBody>
      </p:sp>
      <p:sp>
        <p:nvSpPr>
          <p:cNvPr id="40" name="Google Shape;40;p6"/>
          <p:cNvSpPr txBox="1"/>
          <p:nvPr>
            <p:ph idx="2" type="body"/>
          </p:nvPr>
        </p:nvSpPr>
        <p:spPr>
          <a:xfrm>
            <a:off x="9290774" y="3187960"/>
            <a:ext cx="8072400" cy="9017100"/>
          </a:xfrm>
          <a:prstGeom prst="rect">
            <a:avLst/>
          </a:prstGeom>
          <a:noFill/>
          <a:ln>
            <a:noFill/>
          </a:ln>
        </p:spPr>
        <p:txBody>
          <a:bodyPr anchorCtr="0" anchor="t" bIns="91250" lIns="182550" spcFirstLastPara="1" rIns="182550" wrap="square" tIns="91250">
            <a:normAutofit/>
          </a:bodyPr>
          <a:lstStyle>
            <a:lvl1pPr indent="-584200" lvl="0" marL="457200" algn="l">
              <a:lnSpc>
                <a:spcPct val="100000"/>
              </a:lnSpc>
              <a:spcBef>
                <a:spcPts val="1100"/>
              </a:spcBef>
              <a:spcAft>
                <a:spcPts val="0"/>
              </a:spcAft>
              <a:buClr>
                <a:schemeClr val="dk1"/>
              </a:buClr>
              <a:buSzPts val="5600"/>
              <a:buChar char="•"/>
              <a:defRPr sz="5600"/>
            </a:lvl1pPr>
            <a:lvl2pPr indent="-533400" lvl="1" marL="914400" algn="l">
              <a:lnSpc>
                <a:spcPct val="100000"/>
              </a:lnSpc>
              <a:spcBef>
                <a:spcPts val="1000"/>
              </a:spcBef>
              <a:spcAft>
                <a:spcPts val="0"/>
              </a:spcAft>
              <a:buClr>
                <a:schemeClr val="dk1"/>
              </a:buClr>
              <a:buSzPts val="4800"/>
              <a:buChar char="–"/>
              <a:defRPr sz="4800"/>
            </a:lvl2pPr>
            <a:lvl3pPr indent="-482600" lvl="2" marL="1371600" algn="l">
              <a:lnSpc>
                <a:spcPct val="100000"/>
              </a:lnSpc>
              <a:spcBef>
                <a:spcPts val="800"/>
              </a:spcBef>
              <a:spcAft>
                <a:spcPts val="0"/>
              </a:spcAft>
              <a:buClr>
                <a:schemeClr val="dk1"/>
              </a:buClr>
              <a:buSzPts val="4000"/>
              <a:buChar char="•"/>
              <a:defRPr sz="4000"/>
            </a:lvl3pPr>
            <a:lvl4pPr indent="-457200" lvl="3" marL="1828800" algn="l">
              <a:lnSpc>
                <a:spcPct val="100000"/>
              </a:lnSpc>
              <a:spcBef>
                <a:spcPts val="700"/>
              </a:spcBef>
              <a:spcAft>
                <a:spcPts val="0"/>
              </a:spcAft>
              <a:buClr>
                <a:schemeClr val="dk1"/>
              </a:buClr>
              <a:buSzPts val="3600"/>
              <a:buChar char="–"/>
              <a:defRPr sz="3600"/>
            </a:lvl4pPr>
            <a:lvl5pPr indent="-457200" lvl="4" marL="2286000" algn="l">
              <a:lnSpc>
                <a:spcPct val="100000"/>
              </a:lnSpc>
              <a:spcBef>
                <a:spcPts val="700"/>
              </a:spcBef>
              <a:spcAft>
                <a:spcPts val="0"/>
              </a:spcAft>
              <a:buClr>
                <a:schemeClr val="dk1"/>
              </a:buClr>
              <a:buSzPts val="3600"/>
              <a:buChar char="»"/>
              <a:defRPr sz="3600"/>
            </a:lvl5pPr>
            <a:lvl6pPr indent="-457200" lvl="5" marL="2743200" algn="l">
              <a:lnSpc>
                <a:spcPct val="100000"/>
              </a:lnSpc>
              <a:spcBef>
                <a:spcPts val="700"/>
              </a:spcBef>
              <a:spcAft>
                <a:spcPts val="0"/>
              </a:spcAft>
              <a:buClr>
                <a:schemeClr val="dk1"/>
              </a:buClr>
              <a:buSzPts val="3600"/>
              <a:buChar char="•"/>
              <a:defRPr sz="3600"/>
            </a:lvl6pPr>
            <a:lvl7pPr indent="-457200" lvl="6" marL="3200400" algn="l">
              <a:lnSpc>
                <a:spcPct val="100000"/>
              </a:lnSpc>
              <a:spcBef>
                <a:spcPts val="700"/>
              </a:spcBef>
              <a:spcAft>
                <a:spcPts val="0"/>
              </a:spcAft>
              <a:buClr>
                <a:schemeClr val="dk1"/>
              </a:buClr>
              <a:buSzPts val="3600"/>
              <a:buChar char="•"/>
              <a:defRPr sz="3600"/>
            </a:lvl7pPr>
            <a:lvl8pPr indent="-457200" lvl="7" marL="3657600" algn="l">
              <a:lnSpc>
                <a:spcPct val="100000"/>
              </a:lnSpc>
              <a:spcBef>
                <a:spcPts val="700"/>
              </a:spcBef>
              <a:spcAft>
                <a:spcPts val="0"/>
              </a:spcAft>
              <a:buClr>
                <a:schemeClr val="dk1"/>
              </a:buClr>
              <a:buSzPts val="3600"/>
              <a:buChar char="•"/>
              <a:defRPr sz="3600"/>
            </a:lvl8pPr>
            <a:lvl9pPr indent="-457200" lvl="8" marL="4114800" algn="l">
              <a:lnSpc>
                <a:spcPct val="100000"/>
              </a:lnSpc>
              <a:spcBef>
                <a:spcPts val="700"/>
              </a:spcBef>
              <a:spcAft>
                <a:spcPts val="0"/>
              </a:spcAft>
              <a:buClr>
                <a:schemeClr val="dk1"/>
              </a:buClr>
              <a:buSzPts val="3600"/>
              <a:buChar char="•"/>
              <a:defRPr sz="3600"/>
            </a:lvl9pPr>
          </a:lstStyle>
          <a:p/>
        </p:txBody>
      </p:sp>
      <p:sp>
        <p:nvSpPr>
          <p:cNvPr id="41" name="Google Shape;41;p6"/>
          <p:cNvSpPr txBox="1"/>
          <p:nvPr>
            <p:ph idx="10" type="dt"/>
          </p:nvPr>
        </p:nvSpPr>
        <p:spPr>
          <a:xfrm>
            <a:off x="913847" y="12663286"/>
            <a:ext cx="4264500" cy="727500"/>
          </a:xfrm>
          <a:prstGeom prst="rect">
            <a:avLst/>
          </a:prstGeom>
          <a:noFill/>
          <a:ln>
            <a:noFill/>
          </a:ln>
        </p:spPr>
        <p:txBody>
          <a:bodyPr anchorCtr="0" anchor="ctr" bIns="91250" lIns="182550" spcFirstLastPara="1" rIns="182550" wrap="square" tIns="9125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6"/>
          <p:cNvSpPr txBox="1"/>
          <p:nvPr>
            <p:ph idx="11" type="ftr"/>
          </p:nvPr>
        </p:nvSpPr>
        <p:spPr>
          <a:xfrm>
            <a:off x="6244618" y="12663286"/>
            <a:ext cx="5787600" cy="727500"/>
          </a:xfrm>
          <a:prstGeom prst="rect">
            <a:avLst/>
          </a:prstGeom>
          <a:noFill/>
          <a:ln>
            <a:noFill/>
          </a:ln>
        </p:spPr>
        <p:txBody>
          <a:bodyPr anchorCtr="0" anchor="ctr" bIns="91250" lIns="182550" spcFirstLastPara="1" rIns="182550" wrap="square" tIns="9125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 name="Google Shape;43;p6"/>
          <p:cNvSpPr txBox="1"/>
          <p:nvPr>
            <p:ph idx="12" type="sldNum"/>
          </p:nvPr>
        </p:nvSpPr>
        <p:spPr>
          <a:xfrm>
            <a:off x="13098468" y="12663286"/>
            <a:ext cx="4264500" cy="727500"/>
          </a:xfrm>
          <a:prstGeom prst="rect">
            <a:avLst/>
          </a:prstGeom>
          <a:noFill/>
          <a:ln>
            <a:noFill/>
          </a:ln>
        </p:spPr>
        <p:txBody>
          <a:bodyPr anchorCtr="0" anchor="ctr" bIns="91250" lIns="182550" spcFirstLastPara="1" rIns="182550" wrap="square" tIns="9125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913847" y="547141"/>
            <a:ext cx="16449300" cy="2277000"/>
          </a:xfrm>
          <a:prstGeom prst="rect">
            <a:avLst/>
          </a:prstGeom>
          <a:noFill/>
          <a:ln>
            <a:noFill/>
          </a:ln>
        </p:spPr>
        <p:txBody>
          <a:bodyPr anchorCtr="0" anchor="ctr" bIns="91250" lIns="182550" spcFirstLastPara="1" rIns="182550" wrap="square" tIns="91250">
            <a:normAutofit/>
          </a:bodyPr>
          <a:lstStyle>
            <a:lvl1pPr lvl="0" algn="ctr">
              <a:lnSpc>
                <a:spcPct val="100000"/>
              </a:lnSpc>
              <a:spcBef>
                <a:spcPts val="0"/>
              </a:spcBef>
              <a:spcAft>
                <a:spcPts val="0"/>
              </a:spcAft>
              <a:buClr>
                <a:schemeClr val="dk1"/>
              </a:buClr>
              <a:buSzPts val="8800"/>
              <a:buFont typeface="Calibri"/>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6" name="Google Shape;46;p7"/>
          <p:cNvSpPr txBox="1"/>
          <p:nvPr>
            <p:ph idx="1" type="body"/>
          </p:nvPr>
        </p:nvSpPr>
        <p:spPr>
          <a:xfrm>
            <a:off x="913847" y="3058292"/>
            <a:ext cx="8075400" cy="1274700"/>
          </a:xfrm>
          <a:prstGeom prst="rect">
            <a:avLst/>
          </a:prstGeom>
          <a:noFill/>
          <a:ln>
            <a:noFill/>
          </a:ln>
        </p:spPr>
        <p:txBody>
          <a:bodyPr anchorCtr="0" anchor="b" bIns="91250" lIns="182550" spcFirstLastPara="1" rIns="182550" wrap="square" tIns="91250">
            <a:normAutofit/>
          </a:bodyPr>
          <a:lstStyle>
            <a:lvl1pPr indent="-228600" lvl="0" marL="457200" algn="l">
              <a:lnSpc>
                <a:spcPct val="100000"/>
              </a:lnSpc>
              <a:spcBef>
                <a:spcPts val="1000"/>
              </a:spcBef>
              <a:spcAft>
                <a:spcPts val="0"/>
              </a:spcAft>
              <a:buClr>
                <a:schemeClr val="dk1"/>
              </a:buClr>
              <a:buSzPts val="4800"/>
              <a:buNone/>
              <a:defRPr b="1" sz="4800"/>
            </a:lvl1pPr>
            <a:lvl2pPr indent="-228600" lvl="1" marL="914400" algn="l">
              <a:lnSpc>
                <a:spcPct val="100000"/>
              </a:lnSpc>
              <a:spcBef>
                <a:spcPts val="800"/>
              </a:spcBef>
              <a:spcAft>
                <a:spcPts val="0"/>
              </a:spcAft>
              <a:buClr>
                <a:schemeClr val="dk1"/>
              </a:buClr>
              <a:buSzPts val="4000"/>
              <a:buNone/>
              <a:defRPr b="1" sz="4000"/>
            </a:lvl2pPr>
            <a:lvl3pPr indent="-228600" lvl="2" marL="1371600" algn="l">
              <a:lnSpc>
                <a:spcPct val="100000"/>
              </a:lnSpc>
              <a:spcBef>
                <a:spcPts val="700"/>
              </a:spcBef>
              <a:spcAft>
                <a:spcPts val="0"/>
              </a:spcAft>
              <a:buClr>
                <a:schemeClr val="dk1"/>
              </a:buClr>
              <a:buSzPts val="3600"/>
              <a:buNone/>
              <a:defRPr b="1" sz="3600"/>
            </a:lvl3pPr>
            <a:lvl4pPr indent="-228600" lvl="3" marL="1828800" algn="l">
              <a:lnSpc>
                <a:spcPct val="100000"/>
              </a:lnSpc>
              <a:spcBef>
                <a:spcPts val="600"/>
              </a:spcBef>
              <a:spcAft>
                <a:spcPts val="0"/>
              </a:spcAft>
              <a:buClr>
                <a:schemeClr val="dk1"/>
              </a:buClr>
              <a:buSzPts val="3200"/>
              <a:buNone/>
              <a:defRPr b="1" sz="3200"/>
            </a:lvl4pPr>
            <a:lvl5pPr indent="-228600" lvl="4" marL="2286000" algn="l">
              <a:lnSpc>
                <a:spcPct val="100000"/>
              </a:lnSpc>
              <a:spcBef>
                <a:spcPts val="600"/>
              </a:spcBef>
              <a:spcAft>
                <a:spcPts val="0"/>
              </a:spcAft>
              <a:buClr>
                <a:schemeClr val="dk1"/>
              </a:buClr>
              <a:buSzPts val="3200"/>
              <a:buNone/>
              <a:defRPr b="1" sz="3200"/>
            </a:lvl5pPr>
            <a:lvl6pPr indent="-228600" lvl="5" marL="2743200" algn="l">
              <a:lnSpc>
                <a:spcPct val="100000"/>
              </a:lnSpc>
              <a:spcBef>
                <a:spcPts val="600"/>
              </a:spcBef>
              <a:spcAft>
                <a:spcPts val="0"/>
              </a:spcAft>
              <a:buClr>
                <a:schemeClr val="dk1"/>
              </a:buClr>
              <a:buSzPts val="3200"/>
              <a:buNone/>
              <a:defRPr b="1" sz="3200"/>
            </a:lvl6pPr>
            <a:lvl7pPr indent="-228600" lvl="6" marL="3200400" algn="l">
              <a:lnSpc>
                <a:spcPct val="100000"/>
              </a:lnSpc>
              <a:spcBef>
                <a:spcPts val="600"/>
              </a:spcBef>
              <a:spcAft>
                <a:spcPts val="0"/>
              </a:spcAft>
              <a:buClr>
                <a:schemeClr val="dk1"/>
              </a:buClr>
              <a:buSzPts val="3200"/>
              <a:buNone/>
              <a:defRPr b="1" sz="3200"/>
            </a:lvl7pPr>
            <a:lvl8pPr indent="-228600" lvl="7" marL="3657600" algn="l">
              <a:lnSpc>
                <a:spcPct val="100000"/>
              </a:lnSpc>
              <a:spcBef>
                <a:spcPts val="600"/>
              </a:spcBef>
              <a:spcAft>
                <a:spcPts val="0"/>
              </a:spcAft>
              <a:buClr>
                <a:schemeClr val="dk1"/>
              </a:buClr>
              <a:buSzPts val="3200"/>
              <a:buNone/>
              <a:defRPr b="1" sz="3200"/>
            </a:lvl8pPr>
            <a:lvl9pPr indent="-228600" lvl="8" marL="4114800" algn="l">
              <a:lnSpc>
                <a:spcPct val="100000"/>
              </a:lnSpc>
              <a:spcBef>
                <a:spcPts val="600"/>
              </a:spcBef>
              <a:spcAft>
                <a:spcPts val="0"/>
              </a:spcAft>
              <a:buClr>
                <a:schemeClr val="dk1"/>
              </a:buClr>
              <a:buSzPts val="3200"/>
              <a:buNone/>
              <a:defRPr b="1" sz="3200"/>
            </a:lvl9pPr>
          </a:lstStyle>
          <a:p/>
        </p:txBody>
      </p:sp>
      <p:sp>
        <p:nvSpPr>
          <p:cNvPr id="47" name="Google Shape;47;p7"/>
          <p:cNvSpPr txBox="1"/>
          <p:nvPr>
            <p:ph idx="2" type="body"/>
          </p:nvPr>
        </p:nvSpPr>
        <p:spPr>
          <a:xfrm>
            <a:off x="913847" y="4332843"/>
            <a:ext cx="8075400" cy="7872000"/>
          </a:xfrm>
          <a:prstGeom prst="rect">
            <a:avLst/>
          </a:prstGeom>
          <a:noFill/>
          <a:ln>
            <a:noFill/>
          </a:ln>
        </p:spPr>
        <p:txBody>
          <a:bodyPr anchorCtr="0" anchor="t" bIns="91250" lIns="182550" spcFirstLastPara="1" rIns="182550" wrap="square" tIns="91250">
            <a:normAutofit/>
          </a:bodyPr>
          <a:lstStyle>
            <a:lvl1pPr indent="-533400" lvl="0" marL="457200" algn="l">
              <a:lnSpc>
                <a:spcPct val="100000"/>
              </a:lnSpc>
              <a:spcBef>
                <a:spcPts val="1000"/>
              </a:spcBef>
              <a:spcAft>
                <a:spcPts val="0"/>
              </a:spcAft>
              <a:buClr>
                <a:schemeClr val="dk1"/>
              </a:buClr>
              <a:buSzPts val="4800"/>
              <a:buChar char="•"/>
              <a:defRPr sz="4800"/>
            </a:lvl1pPr>
            <a:lvl2pPr indent="-482600" lvl="1" marL="914400" algn="l">
              <a:lnSpc>
                <a:spcPct val="100000"/>
              </a:lnSpc>
              <a:spcBef>
                <a:spcPts val="800"/>
              </a:spcBef>
              <a:spcAft>
                <a:spcPts val="0"/>
              </a:spcAft>
              <a:buClr>
                <a:schemeClr val="dk1"/>
              </a:buClr>
              <a:buSzPts val="4000"/>
              <a:buChar char="–"/>
              <a:defRPr sz="4000"/>
            </a:lvl2pPr>
            <a:lvl3pPr indent="-457200" lvl="2" marL="1371600" algn="l">
              <a:lnSpc>
                <a:spcPct val="100000"/>
              </a:lnSpc>
              <a:spcBef>
                <a:spcPts val="700"/>
              </a:spcBef>
              <a:spcAft>
                <a:spcPts val="0"/>
              </a:spcAft>
              <a:buClr>
                <a:schemeClr val="dk1"/>
              </a:buClr>
              <a:buSzPts val="3600"/>
              <a:buChar char="•"/>
              <a:defRPr sz="3600"/>
            </a:lvl3pPr>
            <a:lvl4pPr indent="-431800" lvl="3" marL="1828800" algn="l">
              <a:lnSpc>
                <a:spcPct val="100000"/>
              </a:lnSpc>
              <a:spcBef>
                <a:spcPts val="600"/>
              </a:spcBef>
              <a:spcAft>
                <a:spcPts val="0"/>
              </a:spcAft>
              <a:buClr>
                <a:schemeClr val="dk1"/>
              </a:buClr>
              <a:buSzPts val="3200"/>
              <a:buChar char="–"/>
              <a:defRPr sz="3200"/>
            </a:lvl4pPr>
            <a:lvl5pPr indent="-431800" lvl="4" marL="2286000" algn="l">
              <a:lnSpc>
                <a:spcPct val="100000"/>
              </a:lnSpc>
              <a:spcBef>
                <a:spcPts val="600"/>
              </a:spcBef>
              <a:spcAft>
                <a:spcPts val="0"/>
              </a:spcAft>
              <a:buClr>
                <a:schemeClr val="dk1"/>
              </a:buClr>
              <a:buSzPts val="3200"/>
              <a:buChar char="»"/>
              <a:defRPr sz="3200"/>
            </a:lvl5pPr>
            <a:lvl6pPr indent="-431800" lvl="5" marL="2743200" algn="l">
              <a:lnSpc>
                <a:spcPct val="100000"/>
              </a:lnSpc>
              <a:spcBef>
                <a:spcPts val="600"/>
              </a:spcBef>
              <a:spcAft>
                <a:spcPts val="0"/>
              </a:spcAft>
              <a:buClr>
                <a:schemeClr val="dk1"/>
              </a:buClr>
              <a:buSzPts val="3200"/>
              <a:buChar char="•"/>
              <a:defRPr sz="3200"/>
            </a:lvl6pPr>
            <a:lvl7pPr indent="-431800" lvl="6" marL="3200400" algn="l">
              <a:lnSpc>
                <a:spcPct val="100000"/>
              </a:lnSpc>
              <a:spcBef>
                <a:spcPts val="600"/>
              </a:spcBef>
              <a:spcAft>
                <a:spcPts val="0"/>
              </a:spcAft>
              <a:buClr>
                <a:schemeClr val="dk1"/>
              </a:buClr>
              <a:buSzPts val="3200"/>
              <a:buChar char="•"/>
              <a:defRPr sz="3200"/>
            </a:lvl7pPr>
            <a:lvl8pPr indent="-431800" lvl="7" marL="3657600" algn="l">
              <a:lnSpc>
                <a:spcPct val="100000"/>
              </a:lnSpc>
              <a:spcBef>
                <a:spcPts val="600"/>
              </a:spcBef>
              <a:spcAft>
                <a:spcPts val="0"/>
              </a:spcAft>
              <a:buClr>
                <a:schemeClr val="dk1"/>
              </a:buClr>
              <a:buSzPts val="3200"/>
              <a:buChar char="•"/>
              <a:defRPr sz="3200"/>
            </a:lvl8pPr>
            <a:lvl9pPr indent="-431800" lvl="8" marL="4114800" algn="l">
              <a:lnSpc>
                <a:spcPct val="100000"/>
              </a:lnSpc>
              <a:spcBef>
                <a:spcPts val="600"/>
              </a:spcBef>
              <a:spcAft>
                <a:spcPts val="0"/>
              </a:spcAft>
              <a:buClr>
                <a:schemeClr val="dk1"/>
              </a:buClr>
              <a:buSzPts val="3200"/>
              <a:buChar char="•"/>
              <a:defRPr sz="3200"/>
            </a:lvl9pPr>
          </a:lstStyle>
          <a:p/>
        </p:txBody>
      </p:sp>
      <p:sp>
        <p:nvSpPr>
          <p:cNvPr id="48" name="Google Shape;48;p7"/>
          <p:cNvSpPr txBox="1"/>
          <p:nvPr>
            <p:ph idx="3" type="body"/>
          </p:nvPr>
        </p:nvSpPr>
        <p:spPr>
          <a:xfrm>
            <a:off x="9284427" y="3058292"/>
            <a:ext cx="8079000" cy="1274700"/>
          </a:xfrm>
          <a:prstGeom prst="rect">
            <a:avLst/>
          </a:prstGeom>
          <a:noFill/>
          <a:ln>
            <a:noFill/>
          </a:ln>
        </p:spPr>
        <p:txBody>
          <a:bodyPr anchorCtr="0" anchor="b" bIns="91250" lIns="182550" spcFirstLastPara="1" rIns="182550" wrap="square" tIns="91250">
            <a:normAutofit/>
          </a:bodyPr>
          <a:lstStyle>
            <a:lvl1pPr indent="-228600" lvl="0" marL="457200" algn="l">
              <a:lnSpc>
                <a:spcPct val="100000"/>
              </a:lnSpc>
              <a:spcBef>
                <a:spcPts val="1000"/>
              </a:spcBef>
              <a:spcAft>
                <a:spcPts val="0"/>
              </a:spcAft>
              <a:buClr>
                <a:schemeClr val="dk1"/>
              </a:buClr>
              <a:buSzPts val="4800"/>
              <a:buNone/>
              <a:defRPr b="1" sz="4800"/>
            </a:lvl1pPr>
            <a:lvl2pPr indent="-228600" lvl="1" marL="914400" algn="l">
              <a:lnSpc>
                <a:spcPct val="100000"/>
              </a:lnSpc>
              <a:spcBef>
                <a:spcPts val="800"/>
              </a:spcBef>
              <a:spcAft>
                <a:spcPts val="0"/>
              </a:spcAft>
              <a:buClr>
                <a:schemeClr val="dk1"/>
              </a:buClr>
              <a:buSzPts val="4000"/>
              <a:buNone/>
              <a:defRPr b="1" sz="4000"/>
            </a:lvl2pPr>
            <a:lvl3pPr indent="-228600" lvl="2" marL="1371600" algn="l">
              <a:lnSpc>
                <a:spcPct val="100000"/>
              </a:lnSpc>
              <a:spcBef>
                <a:spcPts val="700"/>
              </a:spcBef>
              <a:spcAft>
                <a:spcPts val="0"/>
              </a:spcAft>
              <a:buClr>
                <a:schemeClr val="dk1"/>
              </a:buClr>
              <a:buSzPts val="3600"/>
              <a:buNone/>
              <a:defRPr b="1" sz="3600"/>
            </a:lvl3pPr>
            <a:lvl4pPr indent="-228600" lvl="3" marL="1828800" algn="l">
              <a:lnSpc>
                <a:spcPct val="100000"/>
              </a:lnSpc>
              <a:spcBef>
                <a:spcPts val="600"/>
              </a:spcBef>
              <a:spcAft>
                <a:spcPts val="0"/>
              </a:spcAft>
              <a:buClr>
                <a:schemeClr val="dk1"/>
              </a:buClr>
              <a:buSzPts val="3200"/>
              <a:buNone/>
              <a:defRPr b="1" sz="3200"/>
            </a:lvl4pPr>
            <a:lvl5pPr indent="-228600" lvl="4" marL="2286000" algn="l">
              <a:lnSpc>
                <a:spcPct val="100000"/>
              </a:lnSpc>
              <a:spcBef>
                <a:spcPts val="600"/>
              </a:spcBef>
              <a:spcAft>
                <a:spcPts val="0"/>
              </a:spcAft>
              <a:buClr>
                <a:schemeClr val="dk1"/>
              </a:buClr>
              <a:buSzPts val="3200"/>
              <a:buNone/>
              <a:defRPr b="1" sz="3200"/>
            </a:lvl5pPr>
            <a:lvl6pPr indent="-228600" lvl="5" marL="2743200" algn="l">
              <a:lnSpc>
                <a:spcPct val="100000"/>
              </a:lnSpc>
              <a:spcBef>
                <a:spcPts val="600"/>
              </a:spcBef>
              <a:spcAft>
                <a:spcPts val="0"/>
              </a:spcAft>
              <a:buClr>
                <a:schemeClr val="dk1"/>
              </a:buClr>
              <a:buSzPts val="3200"/>
              <a:buNone/>
              <a:defRPr b="1" sz="3200"/>
            </a:lvl6pPr>
            <a:lvl7pPr indent="-228600" lvl="6" marL="3200400" algn="l">
              <a:lnSpc>
                <a:spcPct val="100000"/>
              </a:lnSpc>
              <a:spcBef>
                <a:spcPts val="600"/>
              </a:spcBef>
              <a:spcAft>
                <a:spcPts val="0"/>
              </a:spcAft>
              <a:buClr>
                <a:schemeClr val="dk1"/>
              </a:buClr>
              <a:buSzPts val="3200"/>
              <a:buNone/>
              <a:defRPr b="1" sz="3200"/>
            </a:lvl7pPr>
            <a:lvl8pPr indent="-228600" lvl="7" marL="3657600" algn="l">
              <a:lnSpc>
                <a:spcPct val="100000"/>
              </a:lnSpc>
              <a:spcBef>
                <a:spcPts val="600"/>
              </a:spcBef>
              <a:spcAft>
                <a:spcPts val="0"/>
              </a:spcAft>
              <a:buClr>
                <a:schemeClr val="dk1"/>
              </a:buClr>
              <a:buSzPts val="3200"/>
              <a:buNone/>
              <a:defRPr b="1" sz="3200"/>
            </a:lvl8pPr>
            <a:lvl9pPr indent="-228600" lvl="8" marL="4114800" algn="l">
              <a:lnSpc>
                <a:spcPct val="100000"/>
              </a:lnSpc>
              <a:spcBef>
                <a:spcPts val="600"/>
              </a:spcBef>
              <a:spcAft>
                <a:spcPts val="0"/>
              </a:spcAft>
              <a:buClr>
                <a:schemeClr val="dk1"/>
              </a:buClr>
              <a:buSzPts val="3200"/>
              <a:buNone/>
              <a:defRPr b="1" sz="3200"/>
            </a:lvl9pPr>
          </a:lstStyle>
          <a:p/>
        </p:txBody>
      </p:sp>
      <p:sp>
        <p:nvSpPr>
          <p:cNvPr id="49" name="Google Shape;49;p7"/>
          <p:cNvSpPr txBox="1"/>
          <p:nvPr>
            <p:ph idx="4" type="body"/>
          </p:nvPr>
        </p:nvSpPr>
        <p:spPr>
          <a:xfrm>
            <a:off x="9284427" y="4332843"/>
            <a:ext cx="8079000" cy="7872000"/>
          </a:xfrm>
          <a:prstGeom prst="rect">
            <a:avLst/>
          </a:prstGeom>
          <a:noFill/>
          <a:ln>
            <a:noFill/>
          </a:ln>
        </p:spPr>
        <p:txBody>
          <a:bodyPr anchorCtr="0" anchor="t" bIns="91250" lIns="182550" spcFirstLastPara="1" rIns="182550" wrap="square" tIns="91250">
            <a:normAutofit/>
          </a:bodyPr>
          <a:lstStyle>
            <a:lvl1pPr indent="-533400" lvl="0" marL="457200" algn="l">
              <a:lnSpc>
                <a:spcPct val="100000"/>
              </a:lnSpc>
              <a:spcBef>
                <a:spcPts val="1000"/>
              </a:spcBef>
              <a:spcAft>
                <a:spcPts val="0"/>
              </a:spcAft>
              <a:buClr>
                <a:schemeClr val="dk1"/>
              </a:buClr>
              <a:buSzPts val="4800"/>
              <a:buChar char="•"/>
              <a:defRPr sz="4800"/>
            </a:lvl1pPr>
            <a:lvl2pPr indent="-482600" lvl="1" marL="914400" algn="l">
              <a:lnSpc>
                <a:spcPct val="100000"/>
              </a:lnSpc>
              <a:spcBef>
                <a:spcPts val="800"/>
              </a:spcBef>
              <a:spcAft>
                <a:spcPts val="0"/>
              </a:spcAft>
              <a:buClr>
                <a:schemeClr val="dk1"/>
              </a:buClr>
              <a:buSzPts val="4000"/>
              <a:buChar char="–"/>
              <a:defRPr sz="4000"/>
            </a:lvl2pPr>
            <a:lvl3pPr indent="-457200" lvl="2" marL="1371600" algn="l">
              <a:lnSpc>
                <a:spcPct val="100000"/>
              </a:lnSpc>
              <a:spcBef>
                <a:spcPts val="700"/>
              </a:spcBef>
              <a:spcAft>
                <a:spcPts val="0"/>
              </a:spcAft>
              <a:buClr>
                <a:schemeClr val="dk1"/>
              </a:buClr>
              <a:buSzPts val="3600"/>
              <a:buChar char="•"/>
              <a:defRPr sz="3600"/>
            </a:lvl3pPr>
            <a:lvl4pPr indent="-431800" lvl="3" marL="1828800" algn="l">
              <a:lnSpc>
                <a:spcPct val="100000"/>
              </a:lnSpc>
              <a:spcBef>
                <a:spcPts val="600"/>
              </a:spcBef>
              <a:spcAft>
                <a:spcPts val="0"/>
              </a:spcAft>
              <a:buClr>
                <a:schemeClr val="dk1"/>
              </a:buClr>
              <a:buSzPts val="3200"/>
              <a:buChar char="–"/>
              <a:defRPr sz="3200"/>
            </a:lvl4pPr>
            <a:lvl5pPr indent="-431800" lvl="4" marL="2286000" algn="l">
              <a:lnSpc>
                <a:spcPct val="100000"/>
              </a:lnSpc>
              <a:spcBef>
                <a:spcPts val="600"/>
              </a:spcBef>
              <a:spcAft>
                <a:spcPts val="0"/>
              </a:spcAft>
              <a:buClr>
                <a:schemeClr val="dk1"/>
              </a:buClr>
              <a:buSzPts val="3200"/>
              <a:buChar char="»"/>
              <a:defRPr sz="3200"/>
            </a:lvl5pPr>
            <a:lvl6pPr indent="-431800" lvl="5" marL="2743200" algn="l">
              <a:lnSpc>
                <a:spcPct val="100000"/>
              </a:lnSpc>
              <a:spcBef>
                <a:spcPts val="600"/>
              </a:spcBef>
              <a:spcAft>
                <a:spcPts val="0"/>
              </a:spcAft>
              <a:buClr>
                <a:schemeClr val="dk1"/>
              </a:buClr>
              <a:buSzPts val="3200"/>
              <a:buChar char="•"/>
              <a:defRPr sz="3200"/>
            </a:lvl6pPr>
            <a:lvl7pPr indent="-431800" lvl="6" marL="3200400" algn="l">
              <a:lnSpc>
                <a:spcPct val="100000"/>
              </a:lnSpc>
              <a:spcBef>
                <a:spcPts val="600"/>
              </a:spcBef>
              <a:spcAft>
                <a:spcPts val="0"/>
              </a:spcAft>
              <a:buClr>
                <a:schemeClr val="dk1"/>
              </a:buClr>
              <a:buSzPts val="3200"/>
              <a:buChar char="•"/>
              <a:defRPr sz="3200"/>
            </a:lvl7pPr>
            <a:lvl8pPr indent="-431800" lvl="7" marL="3657600" algn="l">
              <a:lnSpc>
                <a:spcPct val="100000"/>
              </a:lnSpc>
              <a:spcBef>
                <a:spcPts val="600"/>
              </a:spcBef>
              <a:spcAft>
                <a:spcPts val="0"/>
              </a:spcAft>
              <a:buClr>
                <a:schemeClr val="dk1"/>
              </a:buClr>
              <a:buSzPts val="3200"/>
              <a:buChar char="•"/>
              <a:defRPr sz="3200"/>
            </a:lvl8pPr>
            <a:lvl9pPr indent="-431800" lvl="8" marL="4114800" algn="l">
              <a:lnSpc>
                <a:spcPct val="100000"/>
              </a:lnSpc>
              <a:spcBef>
                <a:spcPts val="600"/>
              </a:spcBef>
              <a:spcAft>
                <a:spcPts val="0"/>
              </a:spcAft>
              <a:buClr>
                <a:schemeClr val="dk1"/>
              </a:buClr>
              <a:buSzPts val="3200"/>
              <a:buChar char="•"/>
              <a:defRPr sz="3200"/>
            </a:lvl9pPr>
          </a:lstStyle>
          <a:p/>
        </p:txBody>
      </p:sp>
      <p:sp>
        <p:nvSpPr>
          <p:cNvPr id="50" name="Google Shape;50;p7"/>
          <p:cNvSpPr txBox="1"/>
          <p:nvPr>
            <p:ph idx="10" type="dt"/>
          </p:nvPr>
        </p:nvSpPr>
        <p:spPr>
          <a:xfrm>
            <a:off x="913847" y="12663286"/>
            <a:ext cx="4264500" cy="727500"/>
          </a:xfrm>
          <a:prstGeom prst="rect">
            <a:avLst/>
          </a:prstGeom>
          <a:noFill/>
          <a:ln>
            <a:noFill/>
          </a:ln>
        </p:spPr>
        <p:txBody>
          <a:bodyPr anchorCtr="0" anchor="ctr" bIns="91250" lIns="182550" spcFirstLastPara="1" rIns="182550" wrap="square" tIns="9125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 name="Google Shape;51;p7"/>
          <p:cNvSpPr txBox="1"/>
          <p:nvPr>
            <p:ph idx="11" type="ftr"/>
          </p:nvPr>
        </p:nvSpPr>
        <p:spPr>
          <a:xfrm>
            <a:off x="6244618" y="12663286"/>
            <a:ext cx="5787600" cy="727500"/>
          </a:xfrm>
          <a:prstGeom prst="rect">
            <a:avLst/>
          </a:prstGeom>
          <a:noFill/>
          <a:ln>
            <a:noFill/>
          </a:ln>
        </p:spPr>
        <p:txBody>
          <a:bodyPr anchorCtr="0" anchor="ctr" bIns="91250" lIns="182550" spcFirstLastPara="1" rIns="182550" wrap="square" tIns="9125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7"/>
          <p:cNvSpPr txBox="1"/>
          <p:nvPr>
            <p:ph idx="12" type="sldNum"/>
          </p:nvPr>
        </p:nvSpPr>
        <p:spPr>
          <a:xfrm>
            <a:off x="13098468" y="12663286"/>
            <a:ext cx="4264500" cy="727500"/>
          </a:xfrm>
          <a:prstGeom prst="rect">
            <a:avLst/>
          </a:prstGeom>
          <a:noFill/>
          <a:ln>
            <a:noFill/>
          </a:ln>
        </p:spPr>
        <p:txBody>
          <a:bodyPr anchorCtr="0" anchor="ctr" bIns="91250" lIns="182550" spcFirstLastPara="1" rIns="182550" wrap="square" tIns="9125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913847" y="547141"/>
            <a:ext cx="16449300" cy="2277000"/>
          </a:xfrm>
          <a:prstGeom prst="rect">
            <a:avLst/>
          </a:prstGeom>
          <a:noFill/>
          <a:ln>
            <a:noFill/>
          </a:ln>
        </p:spPr>
        <p:txBody>
          <a:bodyPr anchorCtr="0" anchor="ctr" bIns="91250" lIns="182550" spcFirstLastPara="1" rIns="182550" wrap="square" tIns="91250">
            <a:normAutofit/>
          </a:bodyPr>
          <a:lstStyle>
            <a:lvl1pPr lvl="0" algn="ctr">
              <a:lnSpc>
                <a:spcPct val="100000"/>
              </a:lnSpc>
              <a:spcBef>
                <a:spcPts val="0"/>
              </a:spcBef>
              <a:spcAft>
                <a:spcPts val="0"/>
              </a:spcAft>
              <a:buClr>
                <a:schemeClr val="dk1"/>
              </a:buClr>
              <a:buSzPts val="3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5" name="Google Shape;55;p8"/>
          <p:cNvSpPr txBox="1"/>
          <p:nvPr>
            <p:ph idx="10" type="dt"/>
          </p:nvPr>
        </p:nvSpPr>
        <p:spPr>
          <a:xfrm>
            <a:off x="913847" y="12663286"/>
            <a:ext cx="4264500" cy="727500"/>
          </a:xfrm>
          <a:prstGeom prst="rect">
            <a:avLst/>
          </a:prstGeom>
          <a:noFill/>
          <a:ln>
            <a:noFill/>
          </a:ln>
        </p:spPr>
        <p:txBody>
          <a:bodyPr anchorCtr="0" anchor="ctr" bIns="91250" lIns="182550" spcFirstLastPara="1" rIns="182550" wrap="square" tIns="9125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6" name="Google Shape;56;p8"/>
          <p:cNvSpPr txBox="1"/>
          <p:nvPr>
            <p:ph idx="11" type="ftr"/>
          </p:nvPr>
        </p:nvSpPr>
        <p:spPr>
          <a:xfrm>
            <a:off x="6244618" y="12663286"/>
            <a:ext cx="5787600" cy="727500"/>
          </a:xfrm>
          <a:prstGeom prst="rect">
            <a:avLst/>
          </a:prstGeom>
          <a:noFill/>
          <a:ln>
            <a:noFill/>
          </a:ln>
        </p:spPr>
        <p:txBody>
          <a:bodyPr anchorCtr="0" anchor="ctr" bIns="91250" lIns="182550" spcFirstLastPara="1" rIns="182550" wrap="square" tIns="9125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p8"/>
          <p:cNvSpPr txBox="1"/>
          <p:nvPr>
            <p:ph idx="12" type="sldNum"/>
          </p:nvPr>
        </p:nvSpPr>
        <p:spPr>
          <a:xfrm>
            <a:off x="13098468" y="12663286"/>
            <a:ext cx="4264500" cy="727500"/>
          </a:xfrm>
          <a:prstGeom prst="rect">
            <a:avLst/>
          </a:prstGeom>
          <a:noFill/>
          <a:ln>
            <a:noFill/>
          </a:ln>
        </p:spPr>
        <p:txBody>
          <a:bodyPr anchorCtr="0" anchor="ctr" bIns="91250" lIns="182550" spcFirstLastPara="1" rIns="182550" wrap="square" tIns="9125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913847" y="543977"/>
            <a:ext cx="6013200" cy="2315400"/>
          </a:xfrm>
          <a:prstGeom prst="rect">
            <a:avLst/>
          </a:prstGeom>
          <a:noFill/>
          <a:ln>
            <a:noFill/>
          </a:ln>
        </p:spPr>
        <p:txBody>
          <a:bodyPr anchorCtr="0" anchor="b" bIns="91250" lIns="182550" spcFirstLastPara="1" rIns="182550" wrap="square" tIns="91250">
            <a:normAutofit/>
          </a:bodyPr>
          <a:lstStyle>
            <a:lvl1pPr lvl="0" algn="l">
              <a:lnSpc>
                <a:spcPct val="100000"/>
              </a:lnSpc>
              <a:spcBef>
                <a:spcPts val="0"/>
              </a:spcBef>
              <a:spcAft>
                <a:spcPts val="0"/>
              </a:spcAft>
              <a:buClr>
                <a:schemeClr val="dk1"/>
              </a:buClr>
              <a:buSzPts val="4000"/>
              <a:buFont typeface="Calibri"/>
              <a:buNone/>
              <a:defRPr b="1" sz="4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0" name="Google Shape;60;p9"/>
          <p:cNvSpPr txBox="1"/>
          <p:nvPr>
            <p:ph idx="1" type="body"/>
          </p:nvPr>
        </p:nvSpPr>
        <p:spPr>
          <a:xfrm>
            <a:off x="7145773" y="543977"/>
            <a:ext cx="10217100" cy="11660400"/>
          </a:xfrm>
          <a:prstGeom prst="rect">
            <a:avLst/>
          </a:prstGeom>
          <a:noFill/>
          <a:ln>
            <a:noFill/>
          </a:ln>
        </p:spPr>
        <p:txBody>
          <a:bodyPr anchorCtr="0" anchor="t" bIns="91250" lIns="182550" spcFirstLastPara="1" rIns="182550" wrap="square" tIns="91250">
            <a:normAutofit/>
          </a:bodyPr>
          <a:lstStyle>
            <a:lvl1pPr indent="-635000" lvl="0" marL="457200" algn="l">
              <a:lnSpc>
                <a:spcPct val="100000"/>
              </a:lnSpc>
              <a:spcBef>
                <a:spcPts val="1300"/>
              </a:spcBef>
              <a:spcAft>
                <a:spcPts val="0"/>
              </a:spcAft>
              <a:buClr>
                <a:schemeClr val="dk1"/>
              </a:buClr>
              <a:buSzPts val="6400"/>
              <a:buChar char="•"/>
              <a:defRPr sz="6400"/>
            </a:lvl1pPr>
            <a:lvl2pPr indent="-584200" lvl="1" marL="914400" algn="l">
              <a:lnSpc>
                <a:spcPct val="100000"/>
              </a:lnSpc>
              <a:spcBef>
                <a:spcPts val="1100"/>
              </a:spcBef>
              <a:spcAft>
                <a:spcPts val="0"/>
              </a:spcAft>
              <a:buClr>
                <a:schemeClr val="dk1"/>
              </a:buClr>
              <a:buSzPts val="5600"/>
              <a:buChar char="–"/>
              <a:defRPr sz="5600"/>
            </a:lvl2pPr>
            <a:lvl3pPr indent="-533400" lvl="2" marL="1371600" algn="l">
              <a:lnSpc>
                <a:spcPct val="100000"/>
              </a:lnSpc>
              <a:spcBef>
                <a:spcPts val="1000"/>
              </a:spcBef>
              <a:spcAft>
                <a:spcPts val="0"/>
              </a:spcAft>
              <a:buClr>
                <a:schemeClr val="dk1"/>
              </a:buClr>
              <a:buSzPts val="4800"/>
              <a:buChar char="•"/>
              <a:defRPr sz="4800"/>
            </a:lvl3pPr>
            <a:lvl4pPr indent="-482600" lvl="3" marL="1828800" algn="l">
              <a:lnSpc>
                <a:spcPct val="100000"/>
              </a:lnSpc>
              <a:spcBef>
                <a:spcPts val="800"/>
              </a:spcBef>
              <a:spcAft>
                <a:spcPts val="0"/>
              </a:spcAft>
              <a:buClr>
                <a:schemeClr val="dk1"/>
              </a:buClr>
              <a:buSzPts val="4000"/>
              <a:buChar char="–"/>
              <a:defRPr sz="4000"/>
            </a:lvl4pPr>
            <a:lvl5pPr indent="-482600" lvl="4" marL="2286000" algn="l">
              <a:lnSpc>
                <a:spcPct val="100000"/>
              </a:lnSpc>
              <a:spcBef>
                <a:spcPts val="800"/>
              </a:spcBef>
              <a:spcAft>
                <a:spcPts val="0"/>
              </a:spcAft>
              <a:buClr>
                <a:schemeClr val="dk1"/>
              </a:buClr>
              <a:buSzPts val="4000"/>
              <a:buChar char="»"/>
              <a:defRPr sz="4000"/>
            </a:lvl5pPr>
            <a:lvl6pPr indent="-482600" lvl="5" marL="2743200" algn="l">
              <a:lnSpc>
                <a:spcPct val="100000"/>
              </a:lnSpc>
              <a:spcBef>
                <a:spcPts val="800"/>
              </a:spcBef>
              <a:spcAft>
                <a:spcPts val="0"/>
              </a:spcAft>
              <a:buClr>
                <a:schemeClr val="dk1"/>
              </a:buClr>
              <a:buSzPts val="4000"/>
              <a:buChar char="•"/>
              <a:defRPr sz="4000"/>
            </a:lvl6pPr>
            <a:lvl7pPr indent="-482600" lvl="6" marL="3200400" algn="l">
              <a:lnSpc>
                <a:spcPct val="100000"/>
              </a:lnSpc>
              <a:spcBef>
                <a:spcPts val="800"/>
              </a:spcBef>
              <a:spcAft>
                <a:spcPts val="0"/>
              </a:spcAft>
              <a:buClr>
                <a:schemeClr val="dk1"/>
              </a:buClr>
              <a:buSzPts val="4000"/>
              <a:buChar char="•"/>
              <a:defRPr sz="4000"/>
            </a:lvl7pPr>
            <a:lvl8pPr indent="-482600" lvl="7" marL="3657600" algn="l">
              <a:lnSpc>
                <a:spcPct val="100000"/>
              </a:lnSpc>
              <a:spcBef>
                <a:spcPts val="800"/>
              </a:spcBef>
              <a:spcAft>
                <a:spcPts val="0"/>
              </a:spcAft>
              <a:buClr>
                <a:schemeClr val="dk1"/>
              </a:buClr>
              <a:buSzPts val="4000"/>
              <a:buChar char="•"/>
              <a:defRPr sz="4000"/>
            </a:lvl8pPr>
            <a:lvl9pPr indent="-482600" lvl="8" marL="4114800" algn="l">
              <a:lnSpc>
                <a:spcPct val="100000"/>
              </a:lnSpc>
              <a:spcBef>
                <a:spcPts val="800"/>
              </a:spcBef>
              <a:spcAft>
                <a:spcPts val="0"/>
              </a:spcAft>
              <a:buClr>
                <a:schemeClr val="dk1"/>
              </a:buClr>
              <a:buSzPts val="4000"/>
              <a:buChar char="•"/>
              <a:defRPr sz="4000"/>
            </a:lvl9pPr>
          </a:lstStyle>
          <a:p/>
        </p:txBody>
      </p:sp>
      <p:sp>
        <p:nvSpPr>
          <p:cNvPr id="61" name="Google Shape;61;p9"/>
          <p:cNvSpPr txBox="1"/>
          <p:nvPr>
            <p:ph idx="2" type="body"/>
          </p:nvPr>
        </p:nvSpPr>
        <p:spPr>
          <a:xfrm>
            <a:off x="913847" y="2859044"/>
            <a:ext cx="6013200" cy="9345600"/>
          </a:xfrm>
          <a:prstGeom prst="rect">
            <a:avLst/>
          </a:prstGeom>
          <a:noFill/>
          <a:ln>
            <a:noFill/>
          </a:ln>
        </p:spPr>
        <p:txBody>
          <a:bodyPr anchorCtr="0" anchor="t" bIns="91250" lIns="182550" spcFirstLastPara="1" rIns="182550" wrap="square" tIns="91250">
            <a:normAutofit/>
          </a:bodyPr>
          <a:lstStyle>
            <a:lvl1pPr indent="-228600" lvl="0" marL="457200" algn="l">
              <a:lnSpc>
                <a:spcPct val="100000"/>
              </a:lnSpc>
              <a:spcBef>
                <a:spcPts val="600"/>
              </a:spcBef>
              <a:spcAft>
                <a:spcPts val="0"/>
              </a:spcAft>
              <a:buClr>
                <a:schemeClr val="dk1"/>
              </a:buClr>
              <a:buSzPts val="2800"/>
              <a:buNone/>
              <a:defRPr sz="2800"/>
            </a:lvl1pPr>
            <a:lvl2pPr indent="-228600" lvl="1" marL="914400" algn="l">
              <a:lnSpc>
                <a:spcPct val="100000"/>
              </a:lnSpc>
              <a:spcBef>
                <a:spcPts val="500"/>
              </a:spcBef>
              <a:spcAft>
                <a:spcPts val="0"/>
              </a:spcAft>
              <a:buClr>
                <a:schemeClr val="dk1"/>
              </a:buClr>
              <a:buSzPts val="2400"/>
              <a:buNone/>
              <a:defRPr sz="2400"/>
            </a:lvl2pPr>
            <a:lvl3pPr indent="-228600" lvl="2" marL="1371600" algn="l">
              <a:lnSpc>
                <a:spcPct val="100000"/>
              </a:lnSpc>
              <a:spcBef>
                <a:spcPts val="400"/>
              </a:spcBef>
              <a:spcAft>
                <a:spcPts val="0"/>
              </a:spcAft>
              <a:buClr>
                <a:schemeClr val="dk1"/>
              </a:buClr>
              <a:buSzPts val="2000"/>
              <a:buNone/>
              <a:defRPr sz="2000"/>
            </a:lvl3pPr>
            <a:lvl4pPr indent="-228600" lvl="3" marL="1828800" algn="l">
              <a:lnSpc>
                <a:spcPct val="100000"/>
              </a:lnSpc>
              <a:spcBef>
                <a:spcPts val="400"/>
              </a:spcBef>
              <a:spcAft>
                <a:spcPts val="0"/>
              </a:spcAft>
              <a:buClr>
                <a:schemeClr val="dk1"/>
              </a:buClr>
              <a:buSzPts val="1800"/>
              <a:buNone/>
              <a:defRPr sz="1800"/>
            </a:lvl4pPr>
            <a:lvl5pPr indent="-228600" lvl="4" marL="2286000" algn="l">
              <a:lnSpc>
                <a:spcPct val="100000"/>
              </a:lnSpc>
              <a:spcBef>
                <a:spcPts val="400"/>
              </a:spcBef>
              <a:spcAft>
                <a:spcPts val="0"/>
              </a:spcAft>
              <a:buClr>
                <a:schemeClr val="dk1"/>
              </a:buClr>
              <a:buSzPts val="1800"/>
              <a:buNone/>
              <a:defRPr sz="1800"/>
            </a:lvl5pPr>
            <a:lvl6pPr indent="-228600" lvl="5" marL="2743200" algn="l">
              <a:lnSpc>
                <a:spcPct val="100000"/>
              </a:lnSpc>
              <a:spcBef>
                <a:spcPts val="400"/>
              </a:spcBef>
              <a:spcAft>
                <a:spcPts val="0"/>
              </a:spcAft>
              <a:buClr>
                <a:schemeClr val="dk1"/>
              </a:buClr>
              <a:buSzPts val="1800"/>
              <a:buNone/>
              <a:defRPr sz="1800"/>
            </a:lvl6pPr>
            <a:lvl7pPr indent="-228600" lvl="6" marL="3200400" algn="l">
              <a:lnSpc>
                <a:spcPct val="100000"/>
              </a:lnSpc>
              <a:spcBef>
                <a:spcPts val="400"/>
              </a:spcBef>
              <a:spcAft>
                <a:spcPts val="0"/>
              </a:spcAft>
              <a:buClr>
                <a:schemeClr val="dk1"/>
              </a:buClr>
              <a:buSzPts val="1800"/>
              <a:buNone/>
              <a:defRPr sz="1800"/>
            </a:lvl7pPr>
            <a:lvl8pPr indent="-228600" lvl="7" marL="3657600" algn="l">
              <a:lnSpc>
                <a:spcPct val="100000"/>
              </a:lnSpc>
              <a:spcBef>
                <a:spcPts val="400"/>
              </a:spcBef>
              <a:spcAft>
                <a:spcPts val="0"/>
              </a:spcAft>
              <a:buClr>
                <a:schemeClr val="dk1"/>
              </a:buClr>
              <a:buSzPts val="1800"/>
              <a:buNone/>
              <a:defRPr sz="1800"/>
            </a:lvl8pPr>
            <a:lvl9pPr indent="-228600" lvl="8" marL="4114800" algn="l">
              <a:lnSpc>
                <a:spcPct val="100000"/>
              </a:lnSpc>
              <a:spcBef>
                <a:spcPts val="400"/>
              </a:spcBef>
              <a:spcAft>
                <a:spcPts val="0"/>
              </a:spcAft>
              <a:buClr>
                <a:schemeClr val="dk1"/>
              </a:buClr>
              <a:buSzPts val="1800"/>
              <a:buNone/>
              <a:defRPr sz="1800"/>
            </a:lvl9pPr>
          </a:lstStyle>
          <a:p/>
        </p:txBody>
      </p:sp>
      <p:sp>
        <p:nvSpPr>
          <p:cNvPr id="62" name="Google Shape;62;p9"/>
          <p:cNvSpPr txBox="1"/>
          <p:nvPr>
            <p:ph idx="10" type="dt"/>
          </p:nvPr>
        </p:nvSpPr>
        <p:spPr>
          <a:xfrm>
            <a:off x="913847" y="12663286"/>
            <a:ext cx="4264500" cy="727500"/>
          </a:xfrm>
          <a:prstGeom prst="rect">
            <a:avLst/>
          </a:prstGeom>
          <a:noFill/>
          <a:ln>
            <a:noFill/>
          </a:ln>
        </p:spPr>
        <p:txBody>
          <a:bodyPr anchorCtr="0" anchor="ctr" bIns="91250" lIns="182550" spcFirstLastPara="1" rIns="182550" wrap="square" tIns="9125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3" name="Google Shape;63;p9"/>
          <p:cNvSpPr txBox="1"/>
          <p:nvPr>
            <p:ph idx="11" type="ftr"/>
          </p:nvPr>
        </p:nvSpPr>
        <p:spPr>
          <a:xfrm>
            <a:off x="6244618" y="12663286"/>
            <a:ext cx="5787600" cy="727500"/>
          </a:xfrm>
          <a:prstGeom prst="rect">
            <a:avLst/>
          </a:prstGeom>
          <a:noFill/>
          <a:ln>
            <a:noFill/>
          </a:ln>
        </p:spPr>
        <p:txBody>
          <a:bodyPr anchorCtr="0" anchor="ctr" bIns="91250" lIns="182550" spcFirstLastPara="1" rIns="182550" wrap="square" tIns="9125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4" name="Google Shape;64;p9"/>
          <p:cNvSpPr txBox="1"/>
          <p:nvPr>
            <p:ph idx="12" type="sldNum"/>
          </p:nvPr>
        </p:nvSpPr>
        <p:spPr>
          <a:xfrm>
            <a:off x="13098468" y="12663286"/>
            <a:ext cx="4264500" cy="727500"/>
          </a:xfrm>
          <a:prstGeom prst="rect">
            <a:avLst/>
          </a:prstGeom>
          <a:noFill/>
          <a:ln>
            <a:noFill/>
          </a:ln>
        </p:spPr>
        <p:txBody>
          <a:bodyPr anchorCtr="0" anchor="ctr" bIns="91250" lIns="182550" spcFirstLastPara="1" rIns="182550" wrap="square" tIns="9125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3582407" y="9563881"/>
            <a:ext cx="10966200" cy="1128900"/>
          </a:xfrm>
          <a:prstGeom prst="rect">
            <a:avLst/>
          </a:prstGeom>
          <a:noFill/>
          <a:ln>
            <a:noFill/>
          </a:ln>
        </p:spPr>
        <p:txBody>
          <a:bodyPr anchorCtr="0" anchor="b" bIns="91250" lIns="182550" spcFirstLastPara="1" rIns="182550" wrap="square" tIns="91250">
            <a:normAutofit/>
          </a:bodyPr>
          <a:lstStyle>
            <a:lvl1pPr lvl="0" algn="l">
              <a:lnSpc>
                <a:spcPct val="100000"/>
              </a:lnSpc>
              <a:spcBef>
                <a:spcPts val="0"/>
              </a:spcBef>
              <a:spcAft>
                <a:spcPts val="0"/>
              </a:spcAft>
              <a:buClr>
                <a:schemeClr val="dk1"/>
              </a:buClr>
              <a:buSzPts val="4000"/>
              <a:buFont typeface="Calibri"/>
              <a:buNone/>
              <a:defRPr b="1" sz="4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7" name="Google Shape;67;p10"/>
          <p:cNvSpPr/>
          <p:nvPr>
            <p:ph idx="2" type="pic"/>
          </p:nvPr>
        </p:nvSpPr>
        <p:spPr>
          <a:xfrm>
            <a:off x="3582407" y="1220786"/>
            <a:ext cx="10966200" cy="8197500"/>
          </a:xfrm>
          <a:prstGeom prst="rect">
            <a:avLst/>
          </a:prstGeom>
          <a:noFill/>
          <a:ln>
            <a:noFill/>
          </a:ln>
        </p:spPr>
      </p:sp>
      <p:sp>
        <p:nvSpPr>
          <p:cNvPr id="68" name="Google Shape;68;p10"/>
          <p:cNvSpPr txBox="1"/>
          <p:nvPr>
            <p:ph idx="1" type="body"/>
          </p:nvPr>
        </p:nvSpPr>
        <p:spPr>
          <a:xfrm>
            <a:off x="3582407" y="10692951"/>
            <a:ext cx="10966200" cy="1603500"/>
          </a:xfrm>
          <a:prstGeom prst="rect">
            <a:avLst/>
          </a:prstGeom>
          <a:noFill/>
          <a:ln>
            <a:noFill/>
          </a:ln>
        </p:spPr>
        <p:txBody>
          <a:bodyPr anchorCtr="0" anchor="t" bIns="91250" lIns="182550" spcFirstLastPara="1" rIns="182550" wrap="square" tIns="91250">
            <a:normAutofit/>
          </a:bodyPr>
          <a:lstStyle>
            <a:lvl1pPr indent="-228600" lvl="0" marL="457200" algn="l">
              <a:lnSpc>
                <a:spcPct val="100000"/>
              </a:lnSpc>
              <a:spcBef>
                <a:spcPts val="600"/>
              </a:spcBef>
              <a:spcAft>
                <a:spcPts val="0"/>
              </a:spcAft>
              <a:buClr>
                <a:schemeClr val="dk1"/>
              </a:buClr>
              <a:buSzPts val="2800"/>
              <a:buNone/>
              <a:defRPr sz="2800"/>
            </a:lvl1pPr>
            <a:lvl2pPr indent="-228600" lvl="1" marL="914400" algn="l">
              <a:lnSpc>
                <a:spcPct val="100000"/>
              </a:lnSpc>
              <a:spcBef>
                <a:spcPts val="500"/>
              </a:spcBef>
              <a:spcAft>
                <a:spcPts val="0"/>
              </a:spcAft>
              <a:buClr>
                <a:schemeClr val="dk1"/>
              </a:buClr>
              <a:buSzPts val="2400"/>
              <a:buNone/>
              <a:defRPr sz="2400"/>
            </a:lvl2pPr>
            <a:lvl3pPr indent="-228600" lvl="2" marL="1371600" algn="l">
              <a:lnSpc>
                <a:spcPct val="100000"/>
              </a:lnSpc>
              <a:spcBef>
                <a:spcPts val="400"/>
              </a:spcBef>
              <a:spcAft>
                <a:spcPts val="0"/>
              </a:spcAft>
              <a:buClr>
                <a:schemeClr val="dk1"/>
              </a:buClr>
              <a:buSzPts val="2000"/>
              <a:buNone/>
              <a:defRPr sz="2000"/>
            </a:lvl3pPr>
            <a:lvl4pPr indent="-228600" lvl="3" marL="1828800" algn="l">
              <a:lnSpc>
                <a:spcPct val="100000"/>
              </a:lnSpc>
              <a:spcBef>
                <a:spcPts val="400"/>
              </a:spcBef>
              <a:spcAft>
                <a:spcPts val="0"/>
              </a:spcAft>
              <a:buClr>
                <a:schemeClr val="dk1"/>
              </a:buClr>
              <a:buSzPts val="1800"/>
              <a:buNone/>
              <a:defRPr sz="1800"/>
            </a:lvl4pPr>
            <a:lvl5pPr indent="-228600" lvl="4" marL="2286000" algn="l">
              <a:lnSpc>
                <a:spcPct val="100000"/>
              </a:lnSpc>
              <a:spcBef>
                <a:spcPts val="400"/>
              </a:spcBef>
              <a:spcAft>
                <a:spcPts val="0"/>
              </a:spcAft>
              <a:buClr>
                <a:schemeClr val="dk1"/>
              </a:buClr>
              <a:buSzPts val="1800"/>
              <a:buNone/>
              <a:defRPr sz="1800"/>
            </a:lvl5pPr>
            <a:lvl6pPr indent="-228600" lvl="5" marL="2743200" algn="l">
              <a:lnSpc>
                <a:spcPct val="100000"/>
              </a:lnSpc>
              <a:spcBef>
                <a:spcPts val="400"/>
              </a:spcBef>
              <a:spcAft>
                <a:spcPts val="0"/>
              </a:spcAft>
              <a:buClr>
                <a:schemeClr val="dk1"/>
              </a:buClr>
              <a:buSzPts val="1800"/>
              <a:buNone/>
              <a:defRPr sz="1800"/>
            </a:lvl6pPr>
            <a:lvl7pPr indent="-228600" lvl="6" marL="3200400" algn="l">
              <a:lnSpc>
                <a:spcPct val="100000"/>
              </a:lnSpc>
              <a:spcBef>
                <a:spcPts val="400"/>
              </a:spcBef>
              <a:spcAft>
                <a:spcPts val="0"/>
              </a:spcAft>
              <a:buClr>
                <a:schemeClr val="dk1"/>
              </a:buClr>
              <a:buSzPts val="1800"/>
              <a:buNone/>
              <a:defRPr sz="1800"/>
            </a:lvl7pPr>
            <a:lvl8pPr indent="-228600" lvl="7" marL="3657600" algn="l">
              <a:lnSpc>
                <a:spcPct val="100000"/>
              </a:lnSpc>
              <a:spcBef>
                <a:spcPts val="400"/>
              </a:spcBef>
              <a:spcAft>
                <a:spcPts val="0"/>
              </a:spcAft>
              <a:buClr>
                <a:schemeClr val="dk1"/>
              </a:buClr>
              <a:buSzPts val="1800"/>
              <a:buNone/>
              <a:defRPr sz="1800"/>
            </a:lvl8pPr>
            <a:lvl9pPr indent="-228600" lvl="8" marL="4114800" algn="l">
              <a:lnSpc>
                <a:spcPct val="100000"/>
              </a:lnSpc>
              <a:spcBef>
                <a:spcPts val="400"/>
              </a:spcBef>
              <a:spcAft>
                <a:spcPts val="0"/>
              </a:spcAft>
              <a:buClr>
                <a:schemeClr val="dk1"/>
              </a:buClr>
              <a:buSzPts val="1800"/>
              <a:buNone/>
              <a:defRPr sz="1800"/>
            </a:lvl9pPr>
          </a:lstStyle>
          <a:p/>
        </p:txBody>
      </p:sp>
      <p:sp>
        <p:nvSpPr>
          <p:cNvPr id="69" name="Google Shape;69;p10"/>
          <p:cNvSpPr txBox="1"/>
          <p:nvPr>
            <p:ph idx="10" type="dt"/>
          </p:nvPr>
        </p:nvSpPr>
        <p:spPr>
          <a:xfrm>
            <a:off x="913847" y="12663286"/>
            <a:ext cx="4264500" cy="727500"/>
          </a:xfrm>
          <a:prstGeom prst="rect">
            <a:avLst/>
          </a:prstGeom>
          <a:noFill/>
          <a:ln>
            <a:noFill/>
          </a:ln>
        </p:spPr>
        <p:txBody>
          <a:bodyPr anchorCtr="0" anchor="ctr" bIns="91250" lIns="182550" spcFirstLastPara="1" rIns="182550" wrap="square" tIns="9125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0" name="Google Shape;70;p10"/>
          <p:cNvSpPr txBox="1"/>
          <p:nvPr>
            <p:ph idx="11" type="ftr"/>
          </p:nvPr>
        </p:nvSpPr>
        <p:spPr>
          <a:xfrm>
            <a:off x="6244618" y="12663286"/>
            <a:ext cx="5787600" cy="727500"/>
          </a:xfrm>
          <a:prstGeom prst="rect">
            <a:avLst/>
          </a:prstGeom>
          <a:noFill/>
          <a:ln>
            <a:noFill/>
          </a:ln>
        </p:spPr>
        <p:txBody>
          <a:bodyPr anchorCtr="0" anchor="ctr" bIns="91250" lIns="182550" spcFirstLastPara="1" rIns="182550" wrap="square" tIns="9125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1" name="Google Shape;71;p10"/>
          <p:cNvSpPr txBox="1"/>
          <p:nvPr>
            <p:ph idx="12" type="sldNum"/>
          </p:nvPr>
        </p:nvSpPr>
        <p:spPr>
          <a:xfrm>
            <a:off x="13098468" y="12663286"/>
            <a:ext cx="4264500" cy="727500"/>
          </a:xfrm>
          <a:prstGeom prst="rect">
            <a:avLst/>
          </a:prstGeom>
          <a:noFill/>
          <a:ln>
            <a:noFill/>
          </a:ln>
        </p:spPr>
        <p:txBody>
          <a:bodyPr anchorCtr="0" anchor="ctr" bIns="91250" lIns="182550" spcFirstLastPara="1" rIns="182550" wrap="square" tIns="9125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913847" y="547141"/>
            <a:ext cx="16449300" cy="2277000"/>
          </a:xfrm>
          <a:prstGeom prst="rect">
            <a:avLst/>
          </a:prstGeom>
          <a:noFill/>
          <a:ln>
            <a:noFill/>
          </a:ln>
        </p:spPr>
        <p:txBody>
          <a:bodyPr anchorCtr="0" anchor="ctr" bIns="91250" lIns="182550" spcFirstLastPara="1" rIns="182550" wrap="square" tIns="91250">
            <a:normAutofit/>
          </a:bodyPr>
          <a:lstStyle>
            <a:lvl1pPr lvl="0" algn="ctr">
              <a:lnSpc>
                <a:spcPct val="100000"/>
              </a:lnSpc>
              <a:spcBef>
                <a:spcPts val="0"/>
              </a:spcBef>
              <a:spcAft>
                <a:spcPts val="0"/>
              </a:spcAft>
              <a:buClr>
                <a:schemeClr val="dk1"/>
              </a:buClr>
              <a:buSzPts val="3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4" name="Google Shape;74;p11"/>
          <p:cNvSpPr txBox="1"/>
          <p:nvPr>
            <p:ph idx="1" type="body"/>
          </p:nvPr>
        </p:nvSpPr>
        <p:spPr>
          <a:xfrm rot="5400000">
            <a:off x="4629886" y="-528139"/>
            <a:ext cx="9017100" cy="16449300"/>
          </a:xfrm>
          <a:prstGeom prst="rect">
            <a:avLst/>
          </a:prstGeom>
          <a:noFill/>
          <a:ln>
            <a:noFill/>
          </a:ln>
        </p:spPr>
        <p:txBody>
          <a:bodyPr anchorCtr="0" anchor="t" bIns="91250" lIns="182550" spcFirstLastPara="1" rIns="182550" wrap="square" tIns="91250">
            <a:normAutofit/>
          </a:bodyPr>
          <a:lstStyle>
            <a:lvl1pPr indent="-457200" lvl="0" marL="457200" algn="l">
              <a:lnSpc>
                <a:spcPct val="100000"/>
              </a:lnSpc>
              <a:spcBef>
                <a:spcPts val="700"/>
              </a:spcBef>
              <a:spcAft>
                <a:spcPts val="0"/>
              </a:spcAft>
              <a:buClr>
                <a:schemeClr val="dk1"/>
              </a:buClr>
              <a:buSzPts val="3600"/>
              <a:buChar char="•"/>
              <a:defRPr/>
            </a:lvl1pPr>
            <a:lvl2pPr indent="-457200" lvl="1" marL="914400" algn="l">
              <a:lnSpc>
                <a:spcPct val="100000"/>
              </a:lnSpc>
              <a:spcBef>
                <a:spcPts val="700"/>
              </a:spcBef>
              <a:spcAft>
                <a:spcPts val="0"/>
              </a:spcAft>
              <a:buClr>
                <a:schemeClr val="dk1"/>
              </a:buClr>
              <a:buSzPts val="3600"/>
              <a:buChar char="–"/>
              <a:defRPr/>
            </a:lvl2pPr>
            <a:lvl3pPr indent="-457200" lvl="2" marL="1371600" algn="l">
              <a:lnSpc>
                <a:spcPct val="100000"/>
              </a:lnSpc>
              <a:spcBef>
                <a:spcPts val="700"/>
              </a:spcBef>
              <a:spcAft>
                <a:spcPts val="0"/>
              </a:spcAft>
              <a:buClr>
                <a:schemeClr val="dk1"/>
              </a:buClr>
              <a:buSzPts val="3600"/>
              <a:buChar char="•"/>
              <a:defRPr/>
            </a:lvl3pPr>
            <a:lvl4pPr indent="-457200" lvl="3" marL="1828800" algn="l">
              <a:lnSpc>
                <a:spcPct val="100000"/>
              </a:lnSpc>
              <a:spcBef>
                <a:spcPts val="700"/>
              </a:spcBef>
              <a:spcAft>
                <a:spcPts val="0"/>
              </a:spcAft>
              <a:buClr>
                <a:schemeClr val="dk1"/>
              </a:buClr>
              <a:buSzPts val="3600"/>
              <a:buChar char="–"/>
              <a:defRPr/>
            </a:lvl4pPr>
            <a:lvl5pPr indent="-457200" lvl="4" marL="2286000" algn="l">
              <a:lnSpc>
                <a:spcPct val="100000"/>
              </a:lnSpc>
              <a:spcBef>
                <a:spcPts val="700"/>
              </a:spcBef>
              <a:spcAft>
                <a:spcPts val="0"/>
              </a:spcAft>
              <a:buClr>
                <a:schemeClr val="dk1"/>
              </a:buClr>
              <a:buSzPts val="3600"/>
              <a:buChar char="»"/>
              <a:defRPr/>
            </a:lvl5pPr>
            <a:lvl6pPr indent="-457200" lvl="5" marL="2743200" algn="l">
              <a:lnSpc>
                <a:spcPct val="100000"/>
              </a:lnSpc>
              <a:spcBef>
                <a:spcPts val="700"/>
              </a:spcBef>
              <a:spcAft>
                <a:spcPts val="0"/>
              </a:spcAft>
              <a:buClr>
                <a:schemeClr val="dk1"/>
              </a:buClr>
              <a:buSzPts val="3600"/>
              <a:buChar char="•"/>
              <a:defRPr/>
            </a:lvl6pPr>
            <a:lvl7pPr indent="-457200" lvl="6" marL="3200400" algn="l">
              <a:lnSpc>
                <a:spcPct val="100000"/>
              </a:lnSpc>
              <a:spcBef>
                <a:spcPts val="700"/>
              </a:spcBef>
              <a:spcAft>
                <a:spcPts val="0"/>
              </a:spcAft>
              <a:buClr>
                <a:schemeClr val="dk1"/>
              </a:buClr>
              <a:buSzPts val="3600"/>
              <a:buChar char="•"/>
              <a:defRPr/>
            </a:lvl7pPr>
            <a:lvl8pPr indent="-457200" lvl="7" marL="3657600" algn="l">
              <a:lnSpc>
                <a:spcPct val="100000"/>
              </a:lnSpc>
              <a:spcBef>
                <a:spcPts val="700"/>
              </a:spcBef>
              <a:spcAft>
                <a:spcPts val="0"/>
              </a:spcAft>
              <a:buClr>
                <a:schemeClr val="dk1"/>
              </a:buClr>
              <a:buSzPts val="3600"/>
              <a:buChar char="•"/>
              <a:defRPr/>
            </a:lvl8pPr>
            <a:lvl9pPr indent="-457200" lvl="8" marL="4114800" algn="l">
              <a:lnSpc>
                <a:spcPct val="100000"/>
              </a:lnSpc>
              <a:spcBef>
                <a:spcPts val="700"/>
              </a:spcBef>
              <a:spcAft>
                <a:spcPts val="0"/>
              </a:spcAft>
              <a:buClr>
                <a:schemeClr val="dk1"/>
              </a:buClr>
              <a:buSzPts val="3600"/>
              <a:buChar char="•"/>
              <a:defRPr/>
            </a:lvl9pPr>
          </a:lstStyle>
          <a:p/>
        </p:txBody>
      </p:sp>
      <p:sp>
        <p:nvSpPr>
          <p:cNvPr id="75" name="Google Shape;75;p11"/>
          <p:cNvSpPr txBox="1"/>
          <p:nvPr>
            <p:ph idx="10" type="dt"/>
          </p:nvPr>
        </p:nvSpPr>
        <p:spPr>
          <a:xfrm>
            <a:off x="913847" y="12663286"/>
            <a:ext cx="4264500" cy="727500"/>
          </a:xfrm>
          <a:prstGeom prst="rect">
            <a:avLst/>
          </a:prstGeom>
          <a:noFill/>
          <a:ln>
            <a:noFill/>
          </a:ln>
        </p:spPr>
        <p:txBody>
          <a:bodyPr anchorCtr="0" anchor="ctr" bIns="91250" lIns="182550" spcFirstLastPara="1" rIns="182550" wrap="square" tIns="9125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6" name="Google Shape;76;p11"/>
          <p:cNvSpPr txBox="1"/>
          <p:nvPr>
            <p:ph idx="11" type="ftr"/>
          </p:nvPr>
        </p:nvSpPr>
        <p:spPr>
          <a:xfrm>
            <a:off x="6244618" y="12663286"/>
            <a:ext cx="5787600" cy="727500"/>
          </a:xfrm>
          <a:prstGeom prst="rect">
            <a:avLst/>
          </a:prstGeom>
          <a:noFill/>
          <a:ln>
            <a:noFill/>
          </a:ln>
        </p:spPr>
        <p:txBody>
          <a:bodyPr anchorCtr="0" anchor="ctr" bIns="91250" lIns="182550" spcFirstLastPara="1" rIns="182550" wrap="square" tIns="9125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7" name="Google Shape;77;p11"/>
          <p:cNvSpPr txBox="1"/>
          <p:nvPr>
            <p:ph idx="12" type="sldNum"/>
          </p:nvPr>
        </p:nvSpPr>
        <p:spPr>
          <a:xfrm>
            <a:off x="13098468" y="12663286"/>
            <a:ext cx="4264500" cy="727500"/>
          </a:xfrm>
          <a:prstGeom prst="rect">
            <a:avLst/>
          </a:prstGeom>
          <a:noFill/>
          <a:ln>
            <a:noFill/>
          </a:ln>
        </p:spPr>
        <p:txBody>
          <a:bodyPr anchorCtr="0" anchor="ctr" bIns="91250" lIns="182550" spcFirstLastPara="1" rIns="182550" wrap="square" tIns="9125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9478186" y="4319642"/>
            <a:ext cx="11657400" cy="4112400"/>
          </a:xfrm>
          <a:prstGeom prst="rect">
            <a:avLst/>
          </a:prstGeom>
          <a:noFill/>
          <a:ln>
            <a:noFill/>
          </a:ln>
        </p:spPr>
        <p:txBody>
          <a:bodyPr anchorCtr="0" anchor="ctr" bIns="91250" lIns="182550" spcFirstLastPara="1" rIns="182550" wrap="square" tIns="91250">
            <a:normAutofit/>
          </a:bodyPr>
          <a:lstStyle>
            <a:lvl1pPr lvl="0" algn="ctr">
              <a:lnSpc>
                <a:spcPct val="100000"/>
              </a:lnSpc>
              <a:spcBef>
                <a:spcPts val="0"/>
              </a:spcBef>
              <a:spcAft>
                <a:spcPts val="0"/>
              </a:spcAft>
              <a:buClr>
                <a:schemeClr val="dk1"/>
              </a:buClr>
              <a:buSzPts val="3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0" name="Google Shape;80;p12"/>
          <p:cNvSpPr txBox="1"/>
          <p:nvPr>
            <p:ph idx="1" type="body"/>
          </p:nvPr>
        </p:nvSpPr>
        <p:spPr>
          <a:xfrm rot="5400000">
            <a:off x="1101261" y="359640"/>
            <a:ext cx="11657400" cy="12032400"/>
          </a:xfrm>
          <a:prstGeom prst="rect">
            <a:avLst/>
          </a:prstGeom>
          <a:noFill/>
          <a:ln>
            <a:noFill/>
          </a:ln>
        </p:spPr>
        <p:txBody>
          <a:bodyPr anchorCtr="0" anchor="t" bIns="91250" lIns="182550" spcFirstLastPara="1" rIns="182550" wrap="square" tIns="91250">
            <a:normAutofit/>
          </a:bodyPr>
          <a:lstStyle>
            <a:lvl1pPr indent="-457200" lvl="0" marL="457200" algn="l">
              <a:lnSpc>
                <a:spcPct val="100000"/>
              </a:lnSpc>
              <a:spcBef>
                <a:spcPts val="700"/>
              </a:spcBef>
              <a:spcAft>
                <a:spcPts val="0"/>
              </a:spcAft>
              <a:buClr>
                <a:schemeClr val="dk1"/>
              </a:buClr>
              <a:buSzPts val="3600"/>
              <a:buChar char="•"/>
              <a:defRPr/>
            </a:lvl1pPr>
            <a:lvl2pPr indent="-457200" lvl="1" marL="914400" algn="l">
              <a:lnSpc>
                <a:spcPct val="100000"/>
              </a:lnSpc>
              <a:spcBef>
                <a:spcPts val="700"/>
              </a:spcBef>
              <a:spcAft>
                <a:spcPts val="0"/>
              </a:spcAft>
              <a:buClr>
                <a:schemeClr val="dk1"/>
              </a:buClr>
              <a:buSzPts val="3600"/>
              <a:buChar char="–"/>
              <a:defRPr/>
            </a:lvl2pPr>
            <a:lvl3pPr indent="-457200" lvl="2" marL="1371600" algn="l">
              <a:lnSpc>
                <a:spcPct val="100000"/>
              </a:lnSpc>
              <a:spcBef>
                <a:spcPts val="700"/>
              </a:spcBef>
              <a:spcAft>
                <a:spcPts val="0"/>
              </a:spcAft>
              <a:buClr>
                <a:schemeClr val="dk1"/>
              </a:buClr>
              <a:buSzPts val="3600"/>
              <a:buChar char="•"/>
              <a:defRPr/>
            </a:lvl3pPr>
            <a:lvl4pPr indent="-457200" lvl="3" marL="1828800" algn="l">
              <a:lnSpc>
                <a:spcPct val="100000"/>
              </a:lnSpc>
              <a:spcBef>
                <a:spcPts val="700"/>
              </a:spcBef>
              <a:spcAft>
                <a:spcPts val="0"/>
              </a:spcAft>
              <a:buClr>
                <a:schemeClr val="dk1"/>
              </a:buClr>
              <a:buSzPts val="3600"/>
              <a:buChar char="–"/>
              <a:defRPr/>
            </a:lvl4pPr>
            <a:lvl5pPr indent="-457200" lvl="4" marL="2286000" algn="l">
              <a:lnSpc>
                <a:spcPct val="100000"/>
              </a:lnSpc>
              <a:spcBef>
                <a:spcPts val="700"/>
              </a:spcBef>
              <a:spcAft>
                <a:spcPts val="0"/>
              </a:spcAft>
              <a:buClr>
                <a:schemeClr val="dk1"/>
              </a:buClr>
              <a:buSzPts val="3600"/>
              <a:buChar char="»"/>
              <a:defRPr/>
            </a:lvl5pPr>
            <a:lvl6pPr indent="-457200" lvl="5" marL="2743200" algn="l">
              <a:lnSpc>
                <a:spcPct val="100000"/>
              </a:lnSpc>
              <a:spcBef>
                <a:spcPts val="700"/>
              </a:spcBef>
              <a:spcAft>
                <a:spcPts val="0"/>
              </a:spcAft>
              <a:buClr>
                <a:schemeClr val="dk1"/>
              </a:buClr>
              <a:buSzPts val="3600"/>
              <a:buChar char="•"/>
              <a:defRPr/>
            </a:lvl6pPr>
            <a:lvl7pPr indent="-457200" lvl="6" marL="3200400" algn="l">
              <a:lnSpc>
                <a:spcPct val="100000"/>
              </a:lnSpc>
              <a:spcBef>
                <a:spcPts val="700"/>
              </a:spcBef>
              <a:spcAft>
                <a:spcPts val="0"/>
              </a:spcAft>
              <a:buClr>
                <a:schemeClr val="dk1"/>
              </a:buClr>
              <a:buSzPts val="3600"/>
              <a:buChar char="•"/>
              <a:defRPr/>
            </a:lvl7pPr>
            <a:lvl8pPr indent="-457200" lvl="7" marL="3657600" algn="l">
              <a:lnSpc>
                <a:spcPct val="100000"/>
              </a:lnSpc>
              <a:spcBef>
                <a:spcPts val="700"/>
              </a:spcBef>
              <a:spcAft>
                <a:spcPts val="0"/>
              </a:spcAft>
              <a:buClr>
                <a:schemeClr val="dk1"/>
              </a:buClr>
              <a:buSzPts val="3600"/>
              <a:buChar char="•"/>
              <a:defRPr/>
            </a:lvl8pPr>
            <a:lvl9pPr indent="-457200" lvl="8" marL="4114800" algn="l">
              <a:lnSpc>
                <a:spcPct val="100000"/>
              </a:lnSpc>
              <a:spcBef>
                <a:spcPts val="700"/>
              </a:spcBef>
              <a:spcAft>
                <a:spcPts val="0"/>
              </a:spcAft>
              <a:buClr>
                <a:schemeClr val="dk1"/>
              </a:buClr>
              <a:buSzPts val="3600"/>
              <a:buChar char="•"/>
              <a:defRPr/>
            </a:lvl9pPr>
          </a:lstStyle>
          <a:p/>
        </p:txBody>
      </p:sp>
      <p:sp>
        <p:nvSpPr>
          <p:cNvPr id="81" name="Google Shape;81;p12"/>
          <p:cNvSpPr txBox="1"/>
          <p:nvPr>
            <p:ph idx="10" type="dt"/>
          </p:nvPr>
        </p:nvSpPr>
        <p:spPr>
          <a:xfrm>
            <a:off x="913847" y="12663286"/>
            <a:ext cx="4264500" cy="727500"/>
          </a:xfrm>
          <a:prstGeom prst="rect">
            <a:avLst/>
          </a:prstGeom>
          <a:noFill/>
          <a:ln>
            <a:noFill/>
          </a:ln>
        </p:spPr>
        <p:txBody>
          <a:bodyPr anchorCtr="0" anchor="ctr" bIns="91250" lIns="182550" spcFirstLastPara="1" rIns="182550" wrap="square" tIns="9125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2" name="Google Shape;82;p12"/>
          <p:cNvSpPr txBox="1"/>
          <p:nvPr>
            <p:ph idx="11" type="ftr"/>
          </p:nvPr>
        </p:nvSpPr>
        <p:spPr>
          <a:xfrm>
            <a:off x="6244618" y="12663286"/>
            <a:ext cx="5787600" cy="727500"/>
          </a:xfrm>
          <a:prstGeom prst="rect">
            <a:avLst/>
          </a:prstGeom>
          <a:noFill/>
          <a:ln>
            <a:noFill/>
          </a:ln>
        </p:spPr>
        <p:txBody>
          <a:bodyPr anchorCtr="0" anchor="ctr" bIns="91250" lIns="182550" spcFirstLastPara="1" rIns="182550" wrap="square" tIns="91250">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3" name="Google Shape;83;p12"/>
          <p:cNvSpPr txBox="1"/>
          <p:nvPr>
            <p:ph idx="12" type="sldNum"/>
          </p:nvPr>
        </p:nvSpPr>
        <p:spPr>
          <a:xfrm>
            <a:off x="13098468" y="12663286"/>
            <a:ext cx="4264500" cy="727500"/>
          </a:xfrm>
          <a:prstGeom prst="rect">
            <a:avLst/>
          </a:prstGeom>
          <a:noFill/>
          <a:ln>
            <a:noFill/>
          </a:ln>
        </p:spPr>
        <p:txBody>
          <a:bodyPr anchorCtr="0" anchor="ctr" bIns="91250" lIns="182550" spcFirstLastPara="1" rIns="182550" wrap="square" tIns="9125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913847" y="547141"/>
            <a:ext cx="16449300" cy="2277000"/>
          </a:xfrm>
          <a:prstGeom prst="rect">
            <a:avLst/>
          </a:prstGeom>
          <a:noFill/>
          <a:ln>
            <a:noFill/>
          </a:ln>
        </p:spPr>
        <p:txBody>
          <a:bodyPr anchorCtr="0" anchor="ctr" bIns="91250" lIns="182550" spcFirstLastPara="1" rIns="182550" wrap="square" tIns="91250">
            <a:normAutofit/>
          </a:bodyPr>
          <a:lstStyle>
            <a:lvl1pPr lvl="0" marR="0" algn="ctr">
              <a:lnSpc>
                <a:spcPct val="100000"/>
              </a:lnSpc>
              <a:spcBef>
                <a:spcPts val="0"/>
              </a:spcBef>
              <a:spcAft>
                <a:spcPts val="0"/>
              </a:spcAft>
              <a:buClr>
                <a:schemeClr val="dk1"/>
              </a:buClr>
              <a:buSzPts val="8800"/>
              <a:buFont typeface="Calibri"/>
              <a:buNone/>
              <a:defRPr b="0" i="0" sz="88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913847" y="3187960"/>
            <a:ext cx="16449300" cy="9017100"/>
          </a:xfrm>
          <a:prstGeom prst="rect">
            <a:avLst/>
          </a:prstGeom>
          <a:noFill/>
          <a:ln>
            <a:noFill/>
          </a:ln>
        </p:spPr>
        <p:txBody>
          <a:bodyPr anchorCtr="0" anchor="t" bIns="91250" lIns="182550" spcFirstLastPara="1" rIns="182550" wrap="square" tIns="91250">
            <a:normAutofit/>
          </a:bodyPr>
          <a:lstStyle>
            <a:lvl1pPr indent="-635000" lvl="0" marL="457200" marR="0" algn="l">
              <a:lnSpc>
                <a:spcPct val="100000"/>
              </a:lnSpc>
              <a:spcBef>
                <a:spcPts val="1300"/>
              </a:spcBef>
              <a:spcAft>
                <a:spcPts val="0"/>
              </a:spcAft>
              <a:buClr>
                <a:schemeClr val="dk1"/>
              </a:buClr>
              <a:buSzPts val="6400"/>
              <a:buFont typeface="Arial"/>
              <a:buChar char="•"/>
              <a:defRPr b="0" i="0" sz="6400" u="none" cap="none" strike="noStrike">
                <a:solidFill>
                  <a:schemeClr val="dk1"/>
                </a:solidFill>
                <a:latin typeface="Calibri"/>
                <a:ea typeface="Calibri"/>
                <a:cs typeface="Calibri"/>
                <a:sym typeface="Calibri"/>
              </a:defRPr>
            </a:lvl1pPr>
            <a:lvl2pPr indent="-584200" lvl="1" marL="914400" marR="0" algn="l">
              <a:lnSpc>
                <a:spcPct val="100000"/>
              </a:lnSpc>
              <a:spcBef>
                <a:spcPts val="1100"/>
              </a:spcBef>
              <a:spcAft>
                <a:spcPts val="0"/>
              </a:spcAft>
              <a:buClr>
                <a:schemeClr val="dk1"/>
              </a:buClr>
              <a:buSzPts val="5600"/>
              <a:buFont typeface="Arial"/>
              <a:buChar char="–"/>
              <a:defRPr b="0" i="0" sz="5600" u="none" cap="none" strike="noStrike">
                <a:solidFill>
                  <a:schemeClr val="dk1"/>
                </a:solidFill>
                <a:latin typeface="Calibri"/>
                <a:ea typeface="Calibri"/>
                <a:cs typeface="Calibri"/>
                <a:sym typeface="Calibri"/>
              </a:defRPr>
            </a:lvl2pPr>
            <a:lvl3pPr indent="-533400" lvl="2" marL="1371600" marR="0" algn="l">
              <a:lnSpc>
                <a:spcPct val="100000"/>
              </a:lnSpc>
              <a:spcBef>
                <a:spcPts val="1000"/>
              </a:spcBef>
              <a:spcAft>
                <a:spcPts val="0"/>
              </a:spcAft>
              <a:buClr>
                <a:schemeClr val="dk1"/>
              </a:buClr>
              <a:buSzPts val="4800"/>
              <a:buFont typeface="Arial"/>
              <a:buChar char="•"/>
              <a:defRPr b="0" i="0" sz="4800" u="none" cap="none" strike="noStrike">
                <a:solidFill>
                  <a:schemeClr val="dk1"/>
                </a:solidFill>
                <a:latin typeface="Calibri"/>
                <a:ea typeface="Calibri"/>
                <a:cs typeface="Calibri"/>
                <a:sym typeface="Calibri"/>
              </a:defRPr>
            </a:lvl3pPr>
            <a:lvl4pPr indent="-482600" lvl="3" marL="1828800" marR="0" algn="l">
              <a:lnSpc>
                <a:spcPct val="100000"/>
              </a:lnSpc>
              <a:spcBef>
                <a:spcPts val="800"/>
              </a:spcBef>
              <a:spcAft>
                <a:spcPts val="0"/>
              </a:spcAft>
              <a:buClr>
                <a:schemeClr val="dk1"/>
              </a:buClr>
              <a:buSzPts val="4000"/>
              <a:buFont typeface="Arial"/>
              <a:buChar char="–"/>
              <a:defRPr b="0" i="0" sz="4000" u="none" cap="none" strike="noStrike">
                <a:solidFill>
                  <a:schemeClr val="dk1"/>
                </a:solidFill>
                <a:latin typeface="Calibri"/>
                <a:ea typeface="Calibri"/>
                <a:cs typeface="Calibri"/>
                <a:sym typeface="Calibri"/>
              </a:defRPr>
            </a:lvl4pPr>
            <a:lvl5pPr indent="-482600" lvl="4" marL="2286000" marR="0" algn="l">
              <a:lnSpc>
                <a:spcPct val="100000"/>
              </a:lnSpc>
              <a:spcBef>
                <a:spcPts val="800"/>
              </a:spcBef>
              <a:spcAft>
                <a:spcPts val="0"/>
              </a:spcAft>
              <a:buClr>
                <a:schemeClr val="dk1"/>
              </a:buClr>
              <a:buSzPts val="4000"/>
              <a:buFont typeface="Arial"/>
              <a:buChar char="»"/>
              <a:defRPr b="0" i="0" sz="4000" u="none" cap="none" strike="noStrike">
                <a:solidFill>
                  <a:schemeClr val="dk1"/>
                </a:solidFill>
                <a:latin typeface="Calibri"/>
                <a:ea typeface="Calibri"/>
                <a:cs typeface="Calibri"/>
                <a:sym typeface="Calibri"/>
              </a:defRPr>
            </a:lvl5pPr>
            <a:lvl6pPr indent="-482600" lvl="5" marL="2743200" marR="0" algn="l">
              <a:lnSpc>
                <a:spcPct val="100000"/>
              </a:lnSpc>
              <a:spcBef>
                <a:spcPts val="800"/>
              </a:spcBef>
              <a:spcAft>
                <a:spcPts val="0"/>
              </a:spcAft>
              <a:buClr>
                <a:schemeClr val="dk1"/>
              </a:buClr>
              <a:buSzPts val="4000"/>
              <a:buFont typeface="Arial"/>
              <a:buChar char="•"/>
              <a:defRPr b="0" i="0" sz="4000" u="none" cap="none" strike="noStrike">
                <a:solidFill>
                  <a:schemeClr val="dk1"/>
                </a:solidFill>
                <a:latin typeface="Calibri"/>
                <a:ea typeface="Calibri"/>
                <a:cs typeface="Calibri"/>
                <a:sym typeface="Calibri"/>
              </a:defRPr>
            </a:lvl6pPr>
            <a:lvl7pPr indent="-482600" lvl="6" marL="3200400" marR="0" algn="l">
              <a:lnSpc>
                <a:spcPct val="100000"/>
              </a:lnSpc>
              <a:spcBef>
                <a:spcPts val="800"/>
              </a:spcBef>
              <a:spcAft>
                <a:spcPts val="0"/>
              </a:spcAft>
              <a:buClr>
                <a:schemeClr val="dk1"/>
              </a:buClr>
              <a:buSzPts val="4000"/>
              <a:buFont typeface="Arial"/>
              <a:buChar char="•"/>
              <a:defRPr b="0" i="0" sz="4000" u="none" cap="none" strike="noStrike">
                <a:solidFill>
                  <a:schemeClr val="dk1"/>
                </a:solidFill>
                <a:latin typeface="Calibri"/>
                <a:ea typeface="Calibri"/>
                <a:cs typeface="Calibri"/>
                <a:sym typeface="Calibri"/>
              </a:defRPr>
            </a:lvl7pPr>
            <a:lvl8pPr indent="-482600" lvl="7" marL="3657600" marR="0" algn="l">
              <a:lnSpc>
                <a:spcPct val="100000"/>
              </a:lnSpc>
              <a:spcBef>
                <a:spcPts val="800"/>
              </a:spcBef>
              <a:spcAft>
                <a:spcPts val="0"/>
              </a:spcAft>
              <a:buClr>
                <a:schemeClr val="dk1"/>
              </a:buClr>
              <a:buSzPts val="4000"/>
              <a:buFont typeface="Arial"/>
              <a:buChar char="•"/>
              <a:defRPr b="0" i="0" sz="4000" u="none" cap="none" strike="noStrike">
                <a:solidFill>
                  <a:schemeClr val="dk1"/>
                </a:solidFill>
                <a:latin typeface="Calibri"/>
                <a:ea typeface="Calibri"/>
                <a:cs typeface="Calibri"/>
                <a:sym typeface="Calibri"/>
              </a:defRPr>
            </a:lvl8pPr>
            <a:lvl9pPr indent="-482600" lvl="8" marL="4114800" marR="0" algn="l">
              <a:lnSpc>
                <a:spcPct val="100000"/>
              </a:lnSpc>
              <a:spcBef>
                <a:spcPts val="800"/>
              </a:spcBef>
              <a:spcAft>
                <a:spcPts val="0"/>
              </a:spcAft>
              <a:buClr>
                <a:schemeClr val="dk1"/>
              </a:buClr>
              <a:buSzPts val="4000"/>
              <a:buFont typeface="Arial"/>
              <a:buChar char="•"/>
              <a:defRPr b="0" i="0" sz="4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913847" y="12663286"/>
            <a:ext cx="4264500" cy="727500"/>
          </a:xfrm>
          <a:prstGeom prst="rect">
            <a:avLst/>
          </a:prstGeom>
          <a:noFill/>
          <a:ln>
            <a:noFill/>
          </a:ln>
        </p:spPr>
        <p:txBody>
          <a:bodyPr anchorCtr="0" anchor="ctr" bIns="91250" lIns="182550" spcFirstLastPara="1" rIns="182550" wrap="square" tIns="91250">
            <a:noAutofit/>
          </a:bodyPr>
          <a:lstStyle>
            <a:lvl1pPr lvl="0" marR="0" algn="l">
              <a:lnSpc>
                <a:spcPct val="100000"/>
              </a:lnSpc>
              <a:spcBef>
                <a:spcPts val="0"/>
              </a:spcBef>
              <a:spcAft>
                <a:spcPts val="0"/>
              </a:spcAft>
              <a:buClr>
                <a:srgbClr val="000000"/>
              </a:buClr>
              <a:buSzPts val="2800"/>
              <a:buFont typeface="Arial"/>
              <a:buNone/>
              <a:defRPr b="0" i="0" sz="24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2800"/>
              <a:buFont typeface="Arial"/>
              <a:buNone/>
              <a:defRPr b="0" i="0" sz="36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2800"/>
              <a:buFont typeface="Arial"/>
              <a:buNone/>
              <a:defRPr b="0" i="0" sz="36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2800"/>
              <a:buFont typeface="Arial"/>
              <a:buNone/>
              <a:defRPr b="0" i="0" sz="36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2800"/>
              <a:buFont typeface="Arial"/>
              <a:buNone/>
              <a:defRPr b="0" i="0" sz="36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2800"/>
              <a:buFont typeface="Arial"/>
              <a:buNone/>
              <a:defRPr b="0" i="0" sz="36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2800"/>
              <a:buFont typeface="Arial"/>
              <a:buNone/>
              <a:defRPr b="0" i="0" sz="36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2800"/>
              <a:buFont typeface="Arial"/>
              <a:buNone/>
              <a:defRPr b="0" i="0" sz="36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2800"/>
              <a:buFont typeface="Arial"/>
              <a:buNone/>
              <a:defRPr b="0" i="0" sz="36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6244618" y="12663286"/>
            <a:ext cx="5787600" cy="727500"/>
          </a:xfrm>
          <a:prstGeom prst="rect">
            <a:avLst/>
          </a:prstGeom>
          <a:noFill/>
          <a:ln>
            <a:noFill/>
          </a:ln>
        </p:spPr>
        <p:txBody>
          <a:bodyPr anchorCtr="0" anchor="ctr" bIns="91250" lIns="182550" spcFirstLastPara="1" rIns="182550" wrap="square" tIns="91250">
            <a:noAutofit/>
          </a:bodyPr>
          <a:lstStyle>
            <a:lvl1pPr lvl="0" marR="0" algn="ctr">
              <a:lnSpc>
                <a:spcPct val="100000"/>
              </a:lnSpc>
              <a:spcBef>
                <a:spcPts val="0"/>
              </a:spcBef>
              <a:spcAft>
                <a:spcPts val="0"/>
              </a:spcAft>
              <a:buClr>
                <a:srgbClr val="000000"/>
              </a:buClr>
              <a:buSzPts val="2800"/>
              <a:buFont typeface="Arial"/>
              <a:buNone/>
              <a:defRPr b="0" i="0" sz="24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2800"/>
              <a:buFont typeface="Arial"/>
              <a:buNone/>
              <a:defRPr b="0" i="0" sz="36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2800"/>
              <a:buFont typeface="Arial"/>
              <a:buNone/>
              <a:defRPr b="0" i="0" sz="36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2800"/>
              <a:buFont typeface="Arial"/>
              <a:buNone/>
              <a:defRPr b="0" i="0" sz="36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2800"/>
              <a:buFont typeface="Arial"/>
              <a:buNone/>
              <a:defRPr b="0" i="0" sz="36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2800"/>
              <a:buFont typeface="Arial"/>
              <a:buNone/>
              <a:defRPr b="0" i="0" sz="36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2800"/>
              <a:buFont typeface="Arial"/>
              <a:buNone/>
              <a:defRPr b="0" i="0" sz="36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2800"/>
              <a:buFont typeface="Arial"/>
              <a:buNone/>
              <a:defRPr b="0" i="0" sz="36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2800"/>
              <a:buFont typeface="Arial"/>
              <a:buNone/>
              <a:defRPr b="0" i="0" sz="36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13098468" y="12663286"/>
            <a:ext cx="4264500" cy="727500"/>
          </a:xfrm>
          <a:prstGeom prst="rect">
            <a:avLst/>
          </a:prstGeom>
          <a:noFill/>
          <a:ln>
            <a:noFill/>
          </a:ln>
        </p:spPr>
        <p:txBody>
          <a:bodyPr anchorCtr="0" anchor="ctr" bIns="91250" lIns="182550" spcFirstLastPara="1" rIns="182550" wrap="square" tIns="91250">
            <a:no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10" Type="http://schemas.openxmlformats.org/officeDocument/2006/relationships/image" Target="../media/image7.png"/><Relationship Id="rId9"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5.png"/><Relationship Id="rId7" Type="http://schemas.openxmlformats.org/officeDocument/2006/relationships/image" Target="../media/image2.png"/><Relationship Id="rId8"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p:nvPr/>
        </p:nvSpPr>
        <p:spPr>
          <a:xfrm>
            <a:off x="731077" y="1093015"/>
            <a:ext cx="4935000" cy="6375900"/>
          </a:xfrm>
          <a:prstGeom prst="rect">
            <a:avLst/>
          </a:prstGeom>
          <a:solidFill>
            <a:srgbClr val="FFFFFF"/>
          </a:solidFill>
          <a:ln cap="flat" cmpd="sng" w="38025">
            <a:solidFill>
              <a:srgbClr val="000000"/>
            </a:solidFill>
            <a:prstDash val="dash"/>
            <a:round/>
            <a:headEnd len="sm" w="sm" type="none"/>
            <a:tailEnd len="sm" w="sm" type="none"/>
          </a:ln>
        </p:spPr>
        <p:txBody>
          <a:bodyPr anchorCtr="0" anchor="ctr" bIns="91250" lIns="182550" spcFirstLastPara="1" rIns="182550" wrap="square" tIns="912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Card 1</a:t>
            </a:r>
            <a:endParaRPr b="0" i="0" sz="2800" u="none" cap="none" strike="noStrike">
              <a:solidFill>
                <a:srgbClr val="000000"/>
              </a:solidFill>
              <a:latin typeface="Arial"/>
              <a:ea typeface="Arial"/>
              <a:cs typeface="Arial"/>
              <a:sym typeface="Arial"/>
            </a:endParaRPr>
          </a:p>
        </p:txBody>
      </p:sp>
      <p:sp>
        <p:nvSpPr>
          <p:cNvPr id="89" name="Google Shape;89;p13"/>
          <p:cNvSpPr/>
          <p:nvPr/>
        </p:nvSpPr>
        <p:spPr>
          <a:xfrm>
            <a:off x="5848618" y="1093015"/>
            <a:ext cx="4935000" cy="6375900"/>
          </a:xfrm>
          <a:prstGeom prst="rect">
            <a:avLst/>
          </a:prstGeom>
          <a:solidFill>
            <a:srgbClr val="FFFFFF"/>
          </a:solidFill>
          <a:ln cap="flat" cmpd="sng" w="38025">
            <a:solidFill>
              <a:srgbClr val="000000"/>
            </a:solidFill>
            <a:prstDash val="dash"/>
            <a:round/>
            <a:headEnd len="sm" w="sm" type="none"/>
            <a:tailEnd len="sm" w="sm" type="none"/>
          </a:ln>
        </p:spPr>
        <p:txBody>
          <a:bodyPr anchorCtr="0" anchor="ctr" bIns="91250" lIns="182550" spcFirstLastPara="1" rIns="182550" wrap="square" tIns="912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Card 2</a:t>
            </a:r>
            <a:endParaRPr b="0" i="0" sz="2800" u="none" cap="none" strike="noStrike">
              <a:solidFill>
                <a:srgbClr val="000000"/>
              </a:solidFill>
              <a:latin typeface="Arial"/>
              <a:ea typeface="Arial"/>
              <a:cs typeface="Arial"/>
              <a:sym typeface="Arial"/>
            </a:endParaRPr>
          </a:p>
        </p:txBody>
      </p:sp>
      <p:sp>
        <p:nvSpPr>
          <p:cNvPr id="90" name="Google Shape;90;p13"/>
          <p:cNvSpPr/>
          <p:nvPr/>
        </p:nvSpPr>
        <p:spPr>
          <a:xfrm>
            <a:off x="10966159" y="1093015"/>
            <a:ext cx="4935000" cy="6375900"/>
          </a:xfrm>
          <a:prstGeom prst="rect">
            <a:avLst/>
          </a:prstGeom>
          <a:solidFill>
            <a:srgbClr val="FFFFFF"/>
          </a:solidFill>
          <a:ln cap="flat" cmpd="sng" w="38025">
            <a:solidFill>
              <a:srgbClr val="000000"/>
            </a:solidFill>
            <a:prstDash val="dash"/>
            <a:round/>
            <a:headEnd len="sm" w="sm" type="none"/>
            <a:tailEnd len="sm" w="sm" type="none"/>
          </a:ln>
        </p:spPr>
        <p:txBody>
          <a:bodyPr anchorCtr="0" anchor="ctr" bIns="91250" lIns="182550" spcFirstLastPara="1" rIns="182550" wrap="square" tIns="912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Card 3</a:t>
            </a:r>
            <a:endParaRPr b="0" i="0" sz="2800" u="none" cap="none" strike="noStrike">
              <a:solidFill>
                <a:srgbClr val="000000"/>
              </a:solidFill>
              <a:latin typeface="Arial"/>
              <a:ea typeface="Arial"/>
              <a:cs typeface="Arial"/>
              <a:sym typeface="Arial"/>
            </a:endParaRPr>
          </a:p>
        </p:txBody>
      </p:sp>
      <p:sp>
        <p:nvSpPr>
          <p:cNvPr id="91" name="Google Shape;91;p13"/>
          <p:cNvSpPr/>
          <p:nvPr/>
        </p:nvSpPr>
        <p:spPr>
          <a:xfrm>
            <a:off x="16083700" y="1093015"/>
            <a:ext cx="4935000" cy="6375900"/>
          </a:xfrm>
          <a:prstGeom prst="rect">
            <a:avLst/>
          </a:prstGeom>
          <a:solidFill>
            <a:srgbClr val="FFFFFF"/>
          </a:solidFill>
          <a:ln cap="flat" cmpd="sng" w="38025">
            <a:solidFill>
              <a:srgbClr val="000000"/>
            </a:solidFill>
            <a:prstDash val="dash"/>
            <a:round/>
            <a:headEnd len="sm" w="sm" type="none"/>
            <a:tailEnd len="sm" w="sm" type="none"/>
          </a:ln>
        </p:spPr>
        <p:txBody>
          <a:bodyPr anchorCtr="0" anchor="ctr" bIns="91250" lIns="182550" spcFirstLastPara="1" rIns="182550" wrap="square" tIns="912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Card 4</a:t>
            </a:r>
            <a:endParaRPr b="0" i="0" sz="2800" u="none" cap="none" strike="noStrike">
              <a:solidFill>
                <a:srgbClr val="000000"/>
              </a:solidFill>
              <a:latin typeface="Arial"/>
              <a:ea typeface="Arial"/>
              <a:cs typeface="Arial"/>
              <a:sym typeface="Arial"/>
            </a:endParaRPr>
          </a:p>
        </p:txBody>
      </p:sp>
      <p:sp>
        <p:nvSpPr>
          <p:cNvPr id="92" name="Google Shape;92;p13"/>
          <p:cNvSpPr/>
          <p:nvPr/>
        </p:nvSpPr>
        <p:spPr>
          <a:xfrm>
            <a:off x="731077" y="7651104"/>
            <a:ext cx="4935000" cy="6375900"/>
          </a:xfrm>
          <a:prstGeom prst="rect">
            <a:avLst/>
          </a:prstGeom>
          <a:solidFill>
            <a:srgbClr val="FFFFFF"/>
          </a:solidFill>
          <a:ln cap="flat" cmpd="sng" w="38025">
            <a:solidFill>
              <a:srgbClr val="000000"/>
            </a:solidFill>
            <a:prstDash val="dash"/>
            <a:round/>
            <a:headEnd len="sm" w="sm" type="none"/>
            <a:tailEnd len="sm" w="sm" type="none"/>
          </a:ln>
        </p:spPr>
        <p:txBody>
          <a:bodyPr anchorCtr="0" anchor="ctr" bIns="91250" lIns="182550" spcFirstLastPara="1" rIns="182550" wrap="square" tIns="912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Card 5</a:t>
            </a:r>
            <a:endParaRPr b="0" i="0" sz="2800" u="none" cap="none" strike="noStrike">
              <a:solidFill>
                <a:srgbClr val="000000"/>
              </a:solidFill>
              <a:latin typeface="Arial"/>
              <a:ea typeface="Arial"/>
              <a:cs typeface="Arial"/>
              <a:sym typeface="Arial"/>
            </a:endParaRPr>
          </a:p>
        </p:txBody>
      </p:sp>
      <p:sp>
        <p:nvSpPr>
          <p:cNvPr id="93" name="Google Shape;93;p13"/>
          <p:cNvSpPr/>
          <p:nvPr/>
        </p:nvSpPr>
        <p:spPr>
          <a:xfrm>
            <a:off x="5848618" y="7651104"/>
            <a:ext cx="4935000" cy="6375900"/>
          </a:xfrm>
          <a:prstGeom prst="rect">
            <a:avLst/>
          </a:prstGeom>
          <a:solidFill>
            <a:srgbClr val="FFFFFF"/>
          </a:solidFill>
          <a:ln cap="flat" cmpd="sng" w="38025">
            <a:solidFill>
              <a:srgbClr val="000000"/>
            </a:solidFill>
            <a:prstDash val="dash"/>
            <a:round/>
            <a:headEnd len="sm" w="sm" type="none"/>
            <a:tailEnd len="sm" w="sm" type="none"/>
          </a:ln>
        </p:spPr>
        <p:txBody>
          <a:bodyPr anchorCtr="0" anchor="ctr" bIns="91250" lIns="182550" spcFirstLastPara="1" rIns="182550" wrap="square" tIns="912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Card 6</a:t>
            </a:r>
            <a:endParaRPr b="0" i="0" sz="2800" u="none" cap="none" strike="noStrike">
              <a:solidFill>
                <a:srgbClr val="000000"/>
              </a:solidFill>
              <a:latin typeface="Arial"/>
              <a:ea typeface="Arial"/>
              <a:cs typeface="Arial"/>
              <a:sym typeface="Arial"/>
            </a:endParaRPr>
          </a:p>
        </p:txBody>
      </p:sp>
      <p:sp>
        <p:nvSpPr>
          <p:cNvPr id="94" name="Google Shape;94;p13"/>
          <p:cNvSpPr/>
          <p:nvPr/>
        </p:nvSpPr>
        <p:spPr>
          <a:xfrm>
            <a:off x="10966159" y="7651104"/>
            <a:ext cx="4935000" cy="6375900"/>
          </a:xfrm>
          <a:prstGeom prst="rect">
            <a:avLst/>
          </a:prstGeom>
          <a:solidFill>
            <a:srgbClr val="FFFFFF"/>
          </a:solidFill>
          <a:ln cap="flat" cmpd="sng" w="38025">
            <a:solidFill>
              <a:srgbClr val="000000"/>
            </a:solidFill>
            <a:prstDash val="dash"/>
            <a:round/>
            <a:headEnd len="sm" w="sm" type="none"/>
            <a:tailEnd len="sm" w="sm" type="none"/>
          </a:ln>
        </p:spPr>
        <p:txBody>
          <a:bodyPr anchorCtr="0" anchor="ctr" bIns="91250" lIns="182550" spcFirstLastPara="1" rIns="182550" wrap="square" tIns="912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Card 7</a:t>
            </a:r>
            <a:endParaRPr b="0" i="0" sz="2800" u="none" cap="none" strike="noStrike">
              <a:solidFill>
                <a:srgbClr val="000000"/>
              </a:solidFill>
              <a:latin typeface="Arial"/>
              <a:ea typeface="Arial"/>
              <a:cs typeface="Arial"/>
              <a:sym typeface="Arial"/>
            </a:endParaRPr>
          </a:p>
        </p:txBody>
      </p:sp>
      <p:sp>
        <p:nvSpPr>
          <p:cNvPr id="95" name="Google Shape;95;p13"/>
          <p:cNvSpPr/>
          <p:nvPr/>
        </p:nvSpPr>
        <p:spPr>
          <a:xfrm>
            <a:off x="16083700" y="7651104"/>
            <a:ext cx="4935000" cy="6375900"/>
          </a:xfrm>
          <a:prstGeom prst="rect">
            <a:avLst/>
          </a:prstGeom>
          <a:solidFill>
            <a:srgbClr val="FFFFFF"/>
          </a:solidFill>
          <a:ln cap="flat" cmpd="sng" w="38025">
            <a:solidFill>
              <a:srgbClr val="000000"/>
            </a:solidFill>
            <a:prstDash val="dash"/>
            <a:round/>
            <a:headEnd len="sm" w="sm" type="none"/>
            <a:tailEnd len="sm" w="sm" type="none"/>
          </a:ln>
        </p:spPr>
        <p:txBody>
          <a:bodyPr anchorCtr="0" anchor="ctr" bIns="91250" lIns="182550" spcFirstLastPara="1" rIns="182550" wrap="square" tIns="912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Card 8</a:t>
            </a:r>
            <a:endParaRPr b="0" i="0" sz="2800" u="none" cap="none" strike="noStrike">
              <a:solidFill>
                <a:srgbClr val="000000"/>
              </a:solidFill>
              <a:latin typeface="Arial"/>
              <a:ea typeface="Arial"/>
              <a:cs typeface="Arial"/>
              <a:sym typeface="Arial"/>
            </a:endParaRPr>
          </a:p>
        </p:txBody>
      </p:sp>
      <p:pic>
        <p:nvPicPr>
          <p:cNvPr id="96" name="Google Shape;96;p13" title="q1.png"/>
          <p:cNvPicPr preferRelativeResize="0"/>
          <p:nvPr/>
        </p:nvPicPr>
        <p:blipFill rotWithShape="1">
          <a:blip r:embed="rId3">
            <a:alphaModFix/>
          </a:blip>
          <a:srcRect b="0" l="0" r="0" t="0"/>
          <a:stretch/>
        </p:blipFill>
        <p:spPr>
          <a:xfrm>
            <a:off x="731077" y="1093035"/>
            <a:ext cx="4918566" cy="6375923"/>
          </a:xfrm>
          <a:prstGeom prst="rect">
            <a:avLst/>
          </a:prstGeom>
          <a:noFill/>
          <a:ln>
            <a:noFill/>
          </a:ln>
        </p:spPr>
      </p:pic>
      <p:pic>
        <p:nvPicPr>
          <p:cNvPr id="97" name="Google Shape;97;p13" title="q2.png"/>
          <p:cNvPicPr preferRelativeResize="0"/>
          <p:nvPr/>
        </p:nvPicPr>
        <p:blipFill rotWithShape="1">
          <a:blip r:embed="rId4">
            <a:alphaModFix/>
          </a:blip>
          <a:srcRect b="0" l="0" r="0" t="0"/>
          <a:stretch/>
        </p:blipFill>
        <p:spPr>
          <a:xfrm>
            <a:off x="5848618" y="1093035"/>
            <a:ext cx="4918566" cy="6375923"/>
          </a:xfrm>
          <a:prstGeom prst="rect">
            <a:avLst/>
          </a:prstGeom>
          <a:noFill/>
          <a:ln>
            <a:noFill/>
          </a:ln>
        </p:spPr>
      </p:pic>
      <p:pic>
        <p:nvPicPr>
          <p:cNvPr id="98" name="Google Shape;98;p13" title="q7.png"/>
          <p:cNvPicPr preferRelativeResize="0"/>
          <p:nvPr/>
        </p:nvPicPr>
        <p:blipFill rotWithShape="1">
          <a:blip r:embed="rId5">
            <a:alphaModFix/>
          </a:blip>
          <a:srcRect b="0" l="0" r="0" t="0"/>
          <a:stretch/>
        </p:blipFill>
        <p:spPr>
          <a:xfrm>
            <a:off x="10966271" y="7651095"/>
            <a:ext cx="4918566" cy="6375923"/>
          </a:xfrm>
          <a:prstGeom prst="rect">
            <a:avLst/>
          </a:prstGeom>
          <a:noFill/>
          <a:ln>
            <a:noFill/>
          </a:ln>
        </p:spPr>
      </p:pic>
      <p:pic>
        <p:nvPicPr>
          <p:cNvPr id="99" name="Google Shape;99;p13" title="q6.png"/>
          <p:cNvPicPr preferRelativeResize="0"/>
          <p:nvPr/>
        </p:nvPicPr>
        <p:blipFill rotWithShape="1">
          <a:blip r:embed="rId6">
            <a:alphaModFix/>
          </a:blip>
          <a:srcRect b="0" l="0" r="0" t="0"/>
          <a:stretch/>
        </p:blipFill>
        <p:spPr>
          <a:xfrm>
            <a:off x="5848720" y="7651095"/>
            <a:ext cx="4918566" cy="6375923"/>
          </a:xfrm>
          <a:prstGeom prst="rect">
            <a:avLst/>
          </a:prstGeom>
          <a:noFill/>
          <a:ln>
            <a:noFill/>
          </a:ln>
        </p:spPr>
      </p:pic>
      <p:pic>
        <p:nvPicPr>
          <p:cNvPr id="100" name="Google Shape;100;p13" title="q3.png"/>
          <p:cNvPicPr preferRelativeResize="0"/>
          <p:nvPr/>
        </p:nvPicPr>
        <p:blipFill rotWithShape="1">
          <a:blip r:embed="rId7">
            <a:alphaModFix/>
          </a:blip>
          <a:srcRect b="0" l="0" r="0" t="0"/>
          <a:stretch/>
        </p:blipFill>
        <p:spPr>
          <a:xfrm>
            <a:off x="10966147" y="1093035"/>
            <a:ext cx="4918566" cy="6375923"/>
          </a:xfrm>
          <a:prstGeom prst="rect">
            <a:avLst/>
          </a:prstGeom>
          <a:noFill/>
          <a:ln>
            <a:noFill/>
          </a:ln>
        </p:spPr>
      </p:pic>
      <p:pic>
        <p:nvPicPr>
          <p:cNvPr id="101" name="Google Shape;101;p13" title="q4.png"/>
          <p:cNvPicPr preferRelativeResize="0"/>
          <p:nvPr/>
        </p:nvPicPr>
        <p:blipFill rotWithShape="1">
          <a:blip r:embed="rId8">
            <a:alphaModFix/>
          </a:blip>
          <a:srcRect b="0" l="0" r="0" t="0"/>
          <a:stretch/>
        </p:blipFill>
        <p:spPr>
          <a:xfrm>
            <a:off x="16083698" y="1093035"/>
            <a:ext cx="4918566" cy="6375923"/>
          </a:xfrm>
          <a:prstGeom prst="rect">
            <a:avLst/>
          </a:prstGeom>
          <a:noFill/>
          <a:ln>
            <a:noFill/>
          </a:ln>
        </p:spPr>
      </p:pic>
      <p:pic>
        <p:nvPicPr>
          <p:cNvPr id="102" name="Google Shape;102;p13" title="q5.png"/>
          <p:cNvPicPr preferRelativeResize="0"/>
          <p:nvPr/>
        </p:nvPicPr>
        <p:blipFill rotWithShape="1">
          <a:blip r:embed="rId9">
            <a:alphaModFix/>
          </a:blip>
          <a:srcRect b="0" l="0" r="0" t="0"/>
          <a:stretch/>
        </p:blipFill>
        <p:spPr>
          <a:xfrm>
            <a:off x="731295" y="7651095"/>
            <a:ext cx="4918566" cy="6375923"/>
          </a:xfrm>
          <a:prstGeom prst="rect">
            <a:avLst/>
          </a:prstGeom>
          <a:noFill/>
          <a:ln>
            <a:noFill/>
          </a:ln>
        </p:spPr>
      </p:pic>
      <p:pic>
        <p:nvPicPr>
          <p:cNvPr id="103" name="Google Shape;103;p13" title="q8.png"/>
          <p:cNvPicPr preferRelativeResize="0"/>
          <p:nvPr/>
        </p:nvPicPr>
        <p:blipFill rotWithShape="1">
          <a:blip r:embed="rId10">
            <a:alphaModFix/>
          </a:blip>
          <a:srcRect b="0" l="0" r="0" t="0"/>
          <a:stretch/>
        </p:blipFill>
        <p:spPr>
          <a:xfrm>
            <a:off x="16083698" y="7651095"/>
            <a:ext cx="4918566" cy="6375923"/>
          </a:xfrm>
          <a:prstGeom prst="rect">
            <a:avLst/>
          </a:prstGeom>
          <a:noFill/>
          <a:ln>
            <a:noFill/>
          </a:ln>
        </p:spPr>
      </p:pic>
      <p:sp>
        <p:nvSpPr>
          <p:cNvPr id="104" name="Google Shape;104;p13"/>
          <p:cNvSpPr txBox="1"/>
          <p:nvPr/>
        </p:nvSpPr>
        <p:spPr>
          <a:xfrm>
            <a:off x="710254" y="606807"/>
            <a:ext cx="20271300" cy="406800"/>
          </a:xfrm>
          <a:prstGeom prst="rect">
            <a:avLst/>
          </a:prstGeom>
          <a:noFill/>
          <a:ln>
            <a:noFill/>
          </a:ln>
        </p:spPr>
        <p:txBody>
          <a:bodyPr anchorCtr="0" anchor="t" bIns="87050" lIns="87050" spcFirstLastPara="1" rIns="87050" wrap="square" tIns="87050">
            <a:spAutoFit/>
          </a:bodyPr>
          <a:lstStyle/>
          <a:p>
            <a:pPr indent="0" lvl="0" marL="0" rtl="0" algn="l">
              <a:lnSpc>
                <a:spcPct val="115000"/>
              </a:lnSpc>
              <a:spcBef>
                <a:spcPts val="0"/>
              </a:spcBef>
              <a:spcAft>
                <a:spcPts val="0"/>
              </a:spcAft>
              <a:buNone/>
            </a:pPr>
            <a:r>
              <a:rPr lang="en-US" sz="1500">
                <a:latin typeface="Lexend"/>
                <a:ea typeface="Lexend"/>
                <a:cs typeface="Lexend"/>
                <a:sym typeface="Lexend"/>
              </a:rPr>
              <a:t>Print the sheet on A4 paper at actual size. Cut around the outer border, then fold along the dashed lines to show the question pair you want to use. Refold the card as the discussion moves to a different pair.</a:t>
            </a:r>
            <a:endParaRPr sz="1500">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